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93585" r:id="rId4"/>
    <p:sldMasterId id="2147494609" r:id="rId5"/>
    <p:sldMasterId id="2147494622" r:id="rId6"/>
  </p:sldMasterIdLst>
  <p:notesMasterIdLst>
    <p:notesMasterId r:id="rId15"/>
  </p:notesMasterIdLst>
  <p:handoutMasterIdLst>
    <p:handoutMasterId r:id="rId16"/>
  </p:handoutMasterIdLst>
  <p:sldIdLst>
    <p:sldId id="548" r:id="rId7"/>
    <p:sldId id="570" r:id="rId8"/>
    <p:sldId id="562" r:id="rId9"/>
    <p:sldId id="583" r:id="rId10"/>
    <p:sldId id="584" r:id="rId11"/>
    <p:sldId id="585" r:id="rId12"/>
    <p:sldId id="586" r:id="rId13"/>
    <p:sldId id="581" r:id="rId14"/>
  </p:sldIdLst>
  <p:sldSz cx="12188825" cy="6858000"/>
  <p:notesSz cx="6858000" cy="9144000"/>
  <p:defaultTextStyle>
    <a:defPPr>
      <a:defRPr lang="en-US"/>
    </a:defPPr>
    <a:lvl1pPr algn="l" defTabSz="608013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608013" indent="-150813" algn="l" defTabSz="608013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1217613" indent="-303213" algn="l" defTabSz="608013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825625" indent="-454025" algn="l" defTabSz="608013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2435225" indent="-606425" algn="l" defTabSz="608013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32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32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32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32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0B0F"/>
    <a:srgbClr val="000000"/>
    <a:srgbClr val="E4EB60"/>
    <a:srgbClr val="E9683B"/>
    <a:srgbClr val="4CBA79"/>
    <a:srgbClr val="5454E9"/>
    <a:srgbClr val="865CF0"/>
    <a:srgbClr val="FF7F00"/>
    <a:srgbClr val="272166"/>
    <a:srgbClr val="FF400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393" autoAdjust="0"/>
    <p:restoredTop sz="96247" autoAdjust="0"/>
  </p:normalViewPr>
  <p:slideViewPr>
    <p:cSldViewPr snapToGrid="0" snapToObjects="1">
      <p:cViewPr varScale="1">
        <p:scale>
          <a:sx n="102" d="100"/>
          <a:sy n="102" d="100"/>
        </p:scale>
        <p:origin x="2628" y="318"/>
      </p:cViewPr>
      <p:guideLst>
        <p:guide orient="horz" pos="2160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125" d="100"/>
          <a:sy n="125" d="100"/>
        </p:scale>
        <p:origin x="3480" y="1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2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4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64EF1A-4244-524C-976D-CF560D46E048}" type="doc">
      <dgm:prSet loTypeId="urn:microsoft.com/office/officeart/2005/8/layout/hProcess4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082657E0-3827-534D-BB5D-EC3E7863E1AA}">
      <dgm:prSet phldrT="[Texto]" custT="1"/>
      <dgm:spPr>
        <a:solidFill>
          <a:schemeClr val="tx2"/>
        </a:solidFill>
        <a:ln>
          <a:solidFill>
            <a:schemeClr val="accent4">
              <a:lumMod val="90000"/>
            </a:schemeClr>
          </a:solidFill>
        </a:ln>
      </dgm:spPr>
      <dgm:t>
        <a:bodyPr/>
        <a:lstStyle/>
        <a:p>
          <a:r>
            <a:rPr lang="es-MX" sz="1400" b="1" dirty="0">
              <a:solidFill>
                <a:schemeClr val="bg1"/>
              </a:solidFill>
            </a:rPr>
            <a:t>1. EDA</a:t>
          </a:r>
        </a:p>
      </dgm:t>
    </dgm:pt>
    <dgm:pt modelId="{A3FA89C7-1AA6-9D48-90DF-13B7E63F3B87}" type="parTrans" cxnId="{BD5FD0AB-F484-2541-9D2F-BDFE8F4ADA87}">
      <dgm:prSet/>
      <dgm:spPr/>
      <dgm:t>
        <a:bodyPr/>
        <a:lstStyle/>
        <a:p>
          <a:endParaRPr lang="es-MX"/>
        </a:p>
      </dgm:t>
    </dgm:pt>
    <dgm:pt modelId="{D33505E2-FF38-7B4D-8C64-F661ECED5789}" type="sibTrans" cxnId="{BD5FD0AB-F484-2541-9D2F-BDFE8F4ADA87}">
      <dgm:prSet/>
      <dgm:spPr/>
      <dgm:t>
        <a:bodyPr/>
        <a:lstStyle/>
        <a:p>
          <a:endParaRPr lang="es-MX" sz="1400"/>
        </a:p>
      </dgm:t>
    </dgm:pt>
    <dgm:pt modelId="{533C1FB6-CAF1-5C44-9C34-C688D05B3AEB}">
      <dgm:prSet phldrT="[Texto]" custT="1"/>
      <dgm:spPr>
        <a:ln>
          <a:solidFill>
            <a:schemeClr val="accent4">
              <a:lumMod val="90000"/>
            </a:schemeClr>
          </a:solidFill>
        </a:ln>
      </dgm:spPr>
      <dgm:t>
        <a:bodyPr/>
        <a:lstStyle/>
        <a:p>
          <a:pPr algn="just"/>
          <a:r>
            <a:rPr lang="es-MX" sz="1400" dirty="0"/>
            <a:t>Carga y Limpieza de Datos</a:t>
          </a:r>
        </a:p>
      </dgm:t>
    </dgm:pt>
    <dgm:pt modelId="{DFF060EA-32C2-1E4B-A839-0E77797FF8AF}" type="parTrans" cxnId="{DD8E35B3-DF6B-1240-865F-FF03CDFE002F}">
      <dgm:prSet/>
      <dgm:spPr/>
      <dgm:t>
        <a:bodyPr/>
        <a:lstStyle/>
        <a:p>
          <a:endParaRPr lang="es-MX"/>
        </a:p>
      </dgm:t>
    </dgm:pt>
    <dgm:pt modelId="{7A244507-1207-6145-8F88-17B89F143F24}" type="sibTrans" cxnId="{DD8E35B3-DF6B-1240-865F-FF03CDFE002F}">
      <dgm:prSet/>
      <dgm:spPr/>
      <dgm:t>
        <a:bodyPr/>
        <a:lstStyle/>
        <a:p>
          <a:endParaRPr lang="es-MX"/>
        </a:p>
      </dgm:t>
    </dgm:pt>
    <dgm:pt modelId="{8E25AD91-4C60-8448-97D9-7A7017D7E55D}">
      <dgm:prSet phldrT="[Texto]" custT="1"/>
      <dgm:spPr>
        <a:solidFill>
          <a:schemeClr val="accent2"/>
        </a:solidFill>
      </dgm:spPr>
      <dgm:t>
        <a:bodyPr/>
        <a:lstStyle/>
        <a:p>
          <a:r>
            <a:rPr lang="es-CO" sz="1400" b="1" dirty="0">
              <a:solidFill>
                <a:schemeClr val="tx1"/>
              </a:solidFill>
            </a:rPr>
            <a:t>2. Clasificar Demanda</a:t>
          </a:r>
          <a:endParaRPr lang="es-MX" sz="1400" dirty="0">
            <a:solidFill>
              <a:schemeClr val="tx1"/>
            </a:solidFill>
          </a:endParaRPr>
        </a:p>
      </dgm:t>
    </dgm:pt>
    <dgm:pt modelId="{2005629E-B3C5-724A-8B3C-A507EFB52749}" type="parTrans" cxnId="{156BB2CB-47DA-A74B-9071-A8178F368EBD}">
      <dgm:prSet/>
      <dgm:spPr/>
      <dgm:t>
        <a:bodyPr/>
        <a:lstStyle/>
        <a:p>
          <a:endParaRPr lang="es-MX"/>
        </a:p>
      </dgm:t>
    </dgm:pt>
    <dgm:pt modelId="{2FB236CE-11E4-EE4D-B483-E969C0B22F17}" type="sibTrans" cxnId="{156BB2CB-47DA-A74B-9071-A8178F368EBD}">
      <dgm:prSet/>
      <dgm:spPr/>
      <dgm:t>
        <a:bodyPr/>
        <a:lstStyle/>
        <a:p>
          <a:endParaRPr lang="es-MX" sz="1400"/>
        </a:p>
      </dgm:t>
    </dgm:pt>
    <dgm:pt modelId="{7A2BB58A-9CC6-7643-A3F8-A9296F323850}">
      <dgm:prSet phldrT="[Texto]" custT="1"/>
      <dgm:spPr/>
      <dgm:t>
        <a:bodyPr/>
        <a:lstStyle/>
        <a:p>
          <a:pPr algn="just"/>
          <a:r>
            <a:rPr lang="es-CO" sz="1400" dirty="0">
              <a:solidFill>
                <a:schemeClr val="tx1"/>
              </a:solidFill>
            </a:rPr>
            <a:t>Usando </a:t>
          </a:r>
          <a:r>
            <a:rPr lang="es-CO" sz="1400" dirty="0" err="1">
              <a:solidFill>
                <a:schemeClr val="tx1"/>
              </a:solidFill>
            </a:rPr>
            <a:t>CoV</a:t>
          </a:r>
          <a:r>
            <a:rPr lang="es-CO" sz="1400" dirty="0">
              <a:solidFill>
                <a:schemeClr val="tx1"/>
              </a:solidFill>
            </a:rPr>
            <a:t> e Intermitencia, se clasifica el tipo de demanda como: Errática, Irregular, </a:t>
          </a:r>
          <a:r>
            <a:rPr lang="es-CO" sz="1400" dirty="0" err="1">
              <a:solidFill>
                <a:schemeClr val="tx1"/>
              </a:solidFill>
            </a:rPr>
            <a:t>Uneven</a:t>
          </a:r>
          <a:r>
            <a:rPr lang="es-CO" sz="1400" dirty="0">
              <a:solidFill>
                <a:schemeClr val="tx1"/>
              </a:solidFill>
            </a:rPr>
            <a:t>, </a:t>
          </a:r>
          <a:r>
            <a:rPr lang="es-CO" sz="1400" dirty="0" err="1">
              <a:solidFill>
                <a:schemeClr val="tx1"/>
              </a:solidFill>
            </a:rPr>
            <a:t>Smooth</a:t>
          </a:r>
          <a:r>
            <a:rPr lang="es-CO" sz="1400" dirty="0">
              <a:solidFill>
                <a:schemeClr val="tx1"/>
              </a:solidFill>
            </a:rPr>
            <a:t>, entre otros, para 26 SKU</a:t>
          </a:r>
          <a:endParaRPr lang="es-MX" sz="1400" dirty="0"/>
        </a:p>
      </dgm:t>
    </dgm:pt>
    <dgm:pt modelId="{80DF3043-03FD-8D46-B54B-1D0F08519900}" type="parTrans" cxnId="{D90BFE2A-EDAA-B644-93BC-2F01D99C0690}">
      <dgm:prSet/>
      <dgm:spPr/>
      <dgm:t>
        <a:bodyPr/>
        <a:lstStyle/>
        <a:p>
          <a:endParaRPr lang="es-MX"/>
        </a:p>
      </dgm:t>
    </dgm:pt>
    <dgm:pt modelId="{7334346F-8D44-664C-8CB3-81B233C07EAB}" type="sibTrans" cxnId="{D90BFE2A-EDAA-B644-93BC-2F01D99C0690}">
      <dgm:prSet/>
      <dgm:spPr/>
      <dgm:t>
        <a:bodyPr/>
        <a:lstStyle/>
        <a:p>
          <a:endParaRPr lang="es-MX"/>
        </a:p>
      </dgm:t>
    </dgm:pt>
    <dgm:pt modelId="{B4E586AF-D840-E44D-B9F8-F0020AA65B14}">
      <dgm:prSet phldrT="[Texto]" custT="1"/>
      <dgm:spPr>
        <a:solidFill>
          <a:schemeClr val="accent1"/>
        </a:solidFill>
      </dgm:spPr>
      <dgm:t>
        <a:bodyPr/>
        <a:lstStyle/>
        <a:p>
          <a:r>
            <a:rPr lang="es-CO" sz="1400" b="1" dirty="0">
              <a:solidFill>
                <a:schemeClr val="bg1"/>
              </a:solidFill>
            </a:rPr>
            <a:t>3. Asignación de Modelos por tipo de demanda</a:t>
          </a:r>
          <a:endParaRPr lang="es-MX" sz="1400" dirty="0"/>
        </a:p>
      </dgm:t>
    </dgm:pt>
    <dgm:pt modelId="{7D321E05-2FB9-1D45-A5D7-3EE7C8189AF6}" type="parTrans" cxnId="{23121D0C-F63D-174A-98FC-B5FF2406FBC6}">
      <dgm:prSet/>
      <dgm:spPr/>
      <dgm:t>
        <a:bodyPr/>
        <a:lstStyle/>
        <a:p>
          <a:endParaRPr lang="es-MX"/>
        </a:p>
      </dgm:t>
    </dgm:pt>
    <dgm:pt modelId="{E6B5EEAF-A343-BA48-BA66-AE5E4A2F3179}" type="sibTrans" cxnId="{23121D0C-F63D-174A-98FC-B5FF2406FBC6}">
      <dgm:prSet/>
      <dgm:spPr/>
      <dgm:t>
        <a:bodyPr/>
        <a:lstStyle/>
        <a:p>
          <a:endParaRPr lang="es-MX" sz="1400"/>
        </a:p>
      </dgm:t>
    </dgm:pt>
    <dgm:pt modelId="{6DF95412-CA4F-5A4F-848E-3A3C158E35C1}">
      <dgm:prSet phldrT="[Texto]" custT="1"/>
      <dgm:spPr/>
      <dgm:t>
        <a:bodyPr/>
        <a:lstStyle/>
        <a:p>
          <a:pPr algn="just"/>
          <a:r>
            <a:rPr lang="es-MX" sz="1400" dirty="0"/>
            <a:t>Para optimizar el proceso, se asigna a cada SKU un subconjunto de modelos aplicables</a:t>
          </a:r>
        </a:p>
      </dgm:t>
    </dgm:pt>
    <dgm:pt modelId="{86E26962-82C9-BC43-95AC-F1476D04A920}" type="parTrans" cxnId="{9E630DFE-C081-E243-B1DE-F10863923F01}">
      <dgm:prSet/>
      <dgm:spPr/>
      <dgm:t>
        <a:bodyPr/>
        <a:lstStyle/>
        <a:p>
          <a:endParaRPr lang="es-MX"/>
        </a:p>
      </dgm:t>
    </dgm:pt>
    <dgm:pt modelId="{26378267-6EF0-2A4B-89EA-8F7E71313A16}" type="sibTrans" cxnId="{9E630DFE-C081-E243-B1DE-F10863923F01}">
      <dgm:prSet/>
      <dgm:spPr/>
      <dgm:t>
        <a:bodyPr/>
        <a:lstStyle/>
        <a:p>
          <a:endParaRPr lang="es-MX"/>
        </a:p>
      </dgm:t>
    </dgm:pt>
    <dgm:pt modelId="{1A148B5D-3BF6-1F40-AD29-F0A017096F28}">
      <dgm:prSet custT="1"/>
      <dgm:spPr>
        <a:solidFill>
          <a:schemeClr val="accent3"/>
        </a:solidFill>
      </dgm:spPr>
      <dgm:t>
        <a:bodyPr/>
        <a:lstStyle/>
        <a:p>
          <a:r>
            <a:rPr lang="es-CO" sz="1400" b="1" dirty="0">
              <a:solidFill>
                <a:schemeClr val="bg1"/>
              </a:solidFill>
            </a:rPr>
            <a:t>4. Corrección </a:t>
          </a:r>
          <a:r>
            <a:rPr lang="es-CO" sz="1400" b="1" dirty="0" err="1">
              <a:solidFill>
                <a:schemeClr val="bg1"/>
              </a:solidFill>
            </a:rPr>
            <a:t>Outliers</a:t>
          </a:r>
          <a:endParaRPr lang="es-MX" sz="1400" dirty="0"/>
        </a:p>
      </dgm:t>
    </dgm:pt>
    <dgm:pt modelId="{73509E70-7113-1245-8436-AB5DB03B4E5B}" type="parTrans" cxnId="{880CC564-CC91-1442-99D2-16993EE0F68E}">
      <dgm:prSet/>
      <dgm:spPr/>
      <dgm:t>
        <a:bodyPr/>
        <a:lstStyle/>
        <a:p>
          <a:endParaRPr lang="es-MX"/>
        </a:p>
      </dgm:t>
    </dgm:pt>
    <dgm:pt modelId="{4C090424-64EF-7144-93CD-9765735A0FB9}" type="sibTrans" cxnId="{880CC564-CC91-1442-99D2-16993EE0F68E}">
      <dgm:prSet/>
      <dgm:spPr/>
      <dgm:t>
        <a:bodyPr/>
        <a:lstStyle/>
        <a:p>
          <a:endParaRPr lang="es-MX" sz="1400"/>
        </a:p>
      </dgm:t>
    </dgm:pt>
    <dgm:pt modelId="{BA2EBFE1-5F9D-6440-9FE6-6E3AC0B389F6}">
      <dgm:prSet custT="1"/>
      <dgm:spPr>
        <a:solidFill>
          <a:schemeClr val="tx2"/>
        </a:solidFill>
      </dgm:spPr>
      <dgm:t>
        <a:bodyPr/>
        <a:lstStyle/>
        <a:p>
          <a:r>
            <a:rPr lang="es-CO" sz="1400" b="1" dirty="0">
              <a:solidFill>
                <a:schemeClr val="bg1"/>
              </a:solidFill>
            </a:rPr>
            <a:t>5. Evaluación de Modelos Predictivos</a:t>
          </a:r>
          <a:endParaRPr lang="es-MX" sz="1400" dirty="0"/>
        </a:p>
      </dgm:t>
    </dgm:pt>
    <dgm:pt modelId="{FF060B6D-7C6F-9E41-9FF7-8A49E7F91151}" type="parTrans" cxnId="{F9F3081E-3838-BA4E-AE94-EAC5C65C1D98}">
      <dgm:prSet/>
      <dgm:spPr/>
      <dgm:t>
        <a:bodyPr/>
        <a:lstStyle/>
        <a:p>
          <a:endParaRPr lang="es-MX"/>
        </a:p>
      </dgm:t>
    </dgm:pt>
    <dgm:pt modelId="{439DBA16-D373-1445-8B62-D14F5AF9D913}" type="sibTrans" cxnId="{F9F3081E-3838-BA4E-AE94-EAC5C65C1D98}">
      <dgm:prSet/>
      <dgm:spPr/>
      <dgm:t>
        <a:bodyPr/>
        <a:lstStyle/>
        <a:p>
          <a:endParaRPr lang="es-MX"/>
        </a:p>
      </dgm:t>
    </dgm:pt>
    <dgm:pt modelId="{6E6897DB-44AE-B944-AB1E-4EE0392842D6}">
      <dgm:prSet custT="1"/>
      <dgm:spPr/>
      <dgm:t>
        <a:bodyPr/>
        <a:lstStyle/>
        <a:p>
          <a:pPr algn="just"/>
          <a:r>
            <a:rPr lang="es-MX" sz="1400" dirty="0"/>
            <a:t>Corrección de </a:t>
          </a:r>
          <a:r>
            <a:rPr lang="es-MX" sz="1400" dirty="0" err="1"/>
            <a:t>outliers</a:t>
          </a:r>
          <a:r>
            <a:rPr lang="es-MX" sz="1400" dirty="0"/>
            <a:t> para cada SKU (valores fuera de 2 desviaciones estándar se reemplazan por los límites).</a:t>
          </a:r>
        </a:p>
      </dgm:t>
    </dgm:pt>
    <dgm:pt modelId="{0894FD68-399E-804E-8869-B5DC94A34EFB}" type="parTrans" cxnId="{0764AF5D-7BA8-1341-87C5-83A9FA0FED1B}">
      <dgm:prSet/>
      <dgm:spPr/>
      <dgm:t>
        <a:bodyPr/>
        <a:lstStyle/>
        <a:p>
          <a:endParaRPr lang="es-MX"/>
        </a:p>
      </dgm:t>
    </dgm:pt>
    <dgm:pt modelId="{F5606CB1-A779-2949-9D54-28A84C2511BC}" type="sibTrans" cxnId="{0764AF5D-7BA8-1341-87C5-83A9FA0FED1B}">
      <dgm:prSet/>
      <dgm:spPr/>
      <dgm:t>
        <a:bodyPr/>
        <a:lstStyle/>
        <a:p>
          <a:endParaRPr lang="es-MX"/>
        </a:p>
      </dgm:t>
    </dgm:pt>
    <dgm:pt modelId="{72C92EF3-DF3E-1B44-99E0-E9ABC3407FA9}">
      <dgm:prSet custT="1"/>
      <dgm:spPr/>
      <dgm:t>
        <a:bodyPr/>
        <a:lstStyle/>
        <a:p>
          <a:pPr algn="just"/>
          <a:r>
            <a:rPr lang="es-MX" sz="1400" dirty="0"/>
            <a:t>Se identifican mejores modelos de predicción diaria y luego semanal por SKU.</a:t>
          </a:r>
        </a:p>
      </dgm:t>
    </dgm:pt>
    <dgm:pt modelId="{DFE22BAE-F552-0346-8E76-523A95F80DC7}" type="parTrans" cxnId="{619484F8-876F-9447-A957-AD08CAA87EB5}">
      <dgm:prSet/>
      <dgm:spPr/>
      <dgm:t>
        <a:bodyPr/>
        <a:lstStyle/>
        <a:p>
          <a:endParaRPr lang="es-MX"/>
        </a:p>
      </dgm:t>
    </dgm:pt>
    <dgm:pt modelId="{98DCF2DB-12B9-044E-964E-91568E2AE541}" type="sibTrans" cxnId="{619484F8-876F-9447-A957-AD08CAA87EB5}">
      <dgm:prSet/>
      <dgm:spPr/>
      <dgm:t>
        <a:bodyPr/>
        <a:lstStyle/>
        <a:p>
          <a:endParaRPr lang="es-MX"/>
        </a:p>
      </dgm:t>
    </dgm:pt>
    <dgm:pt modelId="{F69183E5-A0C8-4304-88C7-05C6B43F585D}">
      <dgm:prSet custT="1"/>
      <dgm:spPr/>
      <dgm:t>
        <a:bodyPr/>
        <a:lstStyle/>
        <a:p>
          <a:r>
            <a:rPr lang="es-CO" sz="1400" b="1" dirty="0"/>
            <a:t>6. Resumen y Visualización de Resultados</a:t>
          </a:r>
        </a:p>
      </dgm:t>
    </dgm:pt>
    <dgm:pt modelId="{0FBEA3A2-0A72-4B31-94DB-EC8E8BC3E8A6}" type="parTrans" cxnId="{26352DE1-618F-4D2C-9E58-EE672F106578}">
      <dgm:prSet/>
      <dgm:spPr/>
      <dgm:t>
        <a:bodyPr/>
        <a:lstStyle/>
        <a:p>
          <a:endParaRPr lang="es-CO"/>
        </a:p>
      </dgm:t>
    </dgm:pt>
    <dgm:pt modelId="{F8CFA20A-13C8-425F-8783-C135A84EC657}" type="sibTrans" cxnId="{26352DE1-618F-4D2C-9E58-EE672F106578}">
      <dgm:prSet/>
      <dgm:spPr/>
      <dgm:t>
        <a:bodyPr/>
        <a:lstStyle/>
        <a:p>
          <a:endParaRPr lang="es-CO"/>
        </a:p>
      </dgm:t>
    </dgm:pt>
    <dgm:pt modelId="{A39F2A0A-8044-4728-BD0F-E06B9CC6DED2}">
      <dgm:prSet phldrT="[Texto]" custT="1"/>
      <dgm:spPr>
        <a:ln>
          <a:solidFill>
            <a:schemeClr val="accent4">
              <a:lumMod val="90000"/>
            </a:schemeClr>
          </a:solidFill>
        </a:ln>
      </dgm:spPr>
      <dgm:t>
        <a:bodyPr/>
        <a:lstStyle/>
        <a:p>
          <a:pPr algn="just"/>
          <a:r>
            <a:rPr lang="es-MX" sz="1400" dirty="0"/>
            <a:t>Visualización de series de tiempo</a:t>
          </a:r>
        </a:p>
      </dgm:t>
    </dgm:pt>
    <dgm:pt modelId="{E02242C9-9B5D-4B47-BC4D-5C2F4FB0EB42}" type="parTrans" cxnId="{0D6353DC-BED9-4DB9-A2EE-CC3D6335CE79}">
      <dgm:prSet/>
      <dgm:spPr/>
      <dgm:t>
        <a:bodyPr/>
        <a:lstStyle/>
        <a:p>
          <a:endParaRPr lang="es-CO"/>
        </a:p>
      </dgm:t>
    </dgm:pt>
    <dgm:pt modelId="{EE37A6D3-312A-413A-8636-4AC5114ADAB6}" type="sibTrans" cxnId="{0D6353DC-BED9-4DB9-A2EE-CC3D6335CE79}">
      <dgm:prSet/>
      <dgm:spPr/>
      <dgm:t>
        <a:bodyPr/>
        <a:lstStyle/>
        <a:p>
          <a:endParaRPr lang="es-CO"/>
        </a:p>
      </dgm:t>
    </dgm:pt>
    <dgm:pt modelId="{AA3322E8-9EB9-4CC0-8BD8-A60E87292F49}">
      <dgm:prSet custT="1"/>
      <dgm:spPr/>
      <dgm:t>
        <a:bodyPr/>
        <a:lstStyle/>
        <a:p>
          <a:r>
            <a:rPr lang="es-CO" sz="1400" dirty="0"/>
            <a:t>Resumen final con gráfico por serie de tiempo, mejor modelo y métrica de error.</a:t>
          </a:r>
        </a:p>
      </dgm:t>
    </dgm:pt>
    <dgm:pt modelId="{9C3D9B87-ADFE-445C-B2CC-139E0AC69981}" type="parTrans" cxnId="{5D32C775-BDD7-43E0-8116-BBBD7A93F03B}">
      <dgm:prSet/>
      <dgm:spPr/>
      <dgm:t>
        <a:bodyPr/>
        <a:lstStyle/>
        <a:p>
          <a:endParaRPr lang="es-CO"/>
        </a:p>
      </dgm:t>
    </dgm:pt>
    <dgm:pt modelId="{89ACFA97-9F23-49A1-ABF4-98EEA9CC662C}" type="sibTrans" cxnId="{5D32C775-BDD7-43E0-8116-BBBD7A93F03B}">
      <dgm:prSet/>
      <dgm:spPr/>
      <dgm:t>
        <a:bodyPr/>
        <a:lstStyle/>
        <a:p>
          <a:endParaRPr lang="es-CO"/>
        </a:p>
      </dgm:t>
    </dgm:pt>
    <dgm:pt modelId="{B903A233-0692-5642-9590-D767BDBA7511}" type="pres">
      <dgm:prSet presAssocID="{8464EF1A-4244-524C-976D-CF560D46E048}" presName="Name0" presStyleCnt="0">
        <dgm:presLayoutVars>
          <dgm:dir/>
          <dgm:animLvl val="lvl"/>
          <dgm:resizeHandles val="exact"/>
        </dgm:presLayoutVars>
      </dgm:prSet>
      <dgm:spPr/>
    </dgm:pt>
    <dgm:pt modelId="{5B9861D8-1B9C-BA4C-A6E0-540865DC6C85}" type="pres">
      <dgm:prSet presAssocID="{8464EF1A-4244-524C-976D-CF560D46E048}" presName="tSp" presStyleCnt="0"/>
      <dgm:spPr/>
    </dgm:pt>
    <dgm:pt modelId="{CFD11113-A4DC-C849-BDD0-ED8F58670FBD}" type="pres">
      <dgm:prSet presAssocID="{8464EF1A-4244-524C-976D-CF560D46E048}" presName="bSp" presStyleCnt="0"/>
      <dgm:spPr/>
    </dgm:pt>
    <dgm:pt modelId="{87C3BD11-26F4-E44F-9012-CA16B81537CE}" type="pres">
      <dgm:prSet presAssocID="{8464EF1A-4244-524C-976D-CF560D46E048}" presName="process" presStyleCnt="0"/>
      <dgm:spPr/>
    </dgm:pt>
    <dgm:pt modelId="{ECD2A60C-21F8-CB42-9CA6-27F9C595CB29}" type="pres">
      <dgm:prSet presAssocID="{082657E0-3827-534D-BB5D-EC3E7863E1AA}" presName="composite1" presStyleCnt="0"/>
      <dgm:spPr/>
    </dgm:pt>
    <dgm:pt modelId="{A9891C9C-8497-6E40-B666-02EEA8094B17}" type="pres">
      <dgm:prSet presAssocID="{082657E0-3827-534D-BB5D-EC3E7863E1AA}" presName="dummyNode1" presStyleLbl="node1" presStyleIdx="0" presStyleCnt="6"/>
      <dgm:spPr/>
    </dgm:pt>
    <dgm:pt modelId="{F5BAE249-C8CA-BB42-9B57-E45756F6C7E7}" type="pres">
      <dgm:prSet presAssocID="{082657E0-3827-534D-BB5D-EC3E7863E1AA}" presName="childNode1" presStyleLbl="bgAcc1" presStyleIdx="0" presStyleCnt="6" custScaleX="281375" custScaleY="310704" custLinFactY="-100000" custLinFactNeighborX="16581" custLinFactNeighborY="-188102">
        <dgm:presLayoutVars>
          <dgm:bulletEnabled val="1"/>
        </dgm:presLayoutVars>
      </dgm:prSet>
      <dgm:spPr/>
    </dgm:pt>
    <dgm:pt modelId="{2C49395F-A51C-6149-8094-23760C30D025}" type="pres">
      <dgm:prSet presAssocID="{082657E0-3827-534D-BB5D-EC3E7863E1AA}" presName="childNode1tx" presStyleLbl="bgAcc1" presStyleIdx="0" presStyleCnt="6">
        <dgm:presLayoutVars>
          <dgm:bulletEnabled val="1"/>
        </dgm:presLayoutVars>
      </dgm:prSet>
      <dgm:spPr/>
    </dgm:pt>
    <dgm:pt modelId="{3A21DE6C-2DD1-B74C-9E60-EE6E7BD79C9A}" type="pres">
      <dgm:prSet presAssocID="{082657E0-3827-534D-BB5D-EC3E7863E1AA}" presName="parentNode1" presStyleLbl="node1" presStyleIdx="0" presStyleCnt="6" custScaleX="200367" custScaleY="209006" custLinFactX="35698" custLinFactY="-200000" custLinFactNeighborX="100000" custLinFactNeighborY="-219271">
        <dgm:presLayoutVars>
          <dgm:chMax val="1"/>
          <dgm:bulletEnabled val="1"/>
        </dgm:presLayoutVars>
      </dgm:prSet>
      <dgm:spPr/>
    </dgm:pt>
    <dgm:pt modelId="{08BABFC3-91AD-F94D-B3B4-DA7C26B5C58D}" type="pres">
      <dgm:prSet presAssocID="{082657E0-3827-534D-BB5D-EC3E7863E1AA}" presName="connSite1" presStyleCnt="0"/>
      <dgm:spPr/>
    </dgm:pt>
    <dgm:pt modelId="{4DD2EBA9-411C-894F-B046-155EC153DB47}" type="pres">
      <dgm:prSet presAssocID="{D33505E2-FF38-7B4D-8C64-F661ECED5789}" presName="Name9" presStyleLbl="sibTrans2D1" presStyleIdx="0" presStyleCnt="5" custLinFactNeighborX="-19398" custLinFactNeighborY="-1514"/>
      <dgm:spPr/>
    </dgm:pt>
    <dgm:pt modelId="{4D65706F-570D-C14A-9D12-1AA568760DD1}" type="pres">
      <dgm:prSet presAssocID="{8E25AD91-4C60-8448-97D9-7A7017D7E55D}" presName="composite2" presStyleCnt="0"/>
      <dgm:spPr/>
    </dgm:pt>
    <dgm:pt modelId="{AAA422CA-2858-F846-851E-66F17118B342}" type="pres">
      <dgm:prSet presAssocID="{8E25AD91-4C60-8448-97D9-7A7017D7E55D}" presName="dummyNode2" presStyleLbl="node1" presStyleIdx="0" presStyleCnt="6"/>
      <dgm:spPr/>
    </dgm:pt>
    <dgm:pt modelId="{E1814541-2022-5045-B6D1-3F3D0EEBA670}" type="pres">
      <dgm:prSet presAssocID="{8E25AD91-4C60-8448-97D9-7A7017D7E55D}" presName="childNode2" presStyleLbl="bgAcc1" presStyleIdx="1" presStyleCnt="6" custScaleX="358087" custScaleY="432753" custLinFactY="100000" custLinFactNeighborX="4708" custLinFactNeighborY="111576">
        <dgm:presLayoutVars>
          <dgm:bulletEnabled val="1"/>
        </dgm:presLayoutVars>
      </dgm:prSet>
      <dgm:spPr/>
    </dgm:pt>
    <dgm:pt modelId="{C6B32061-C5F6-CF4A-ACF5-DA69BE1DD0DE}" type="pres">
      <dgm:prSet presAssocID="{8E25AD91-4C60-8448-97D9-7A7017D7E55D}" presName="childNode2tx" presStyleLbl="bgAcc1" presStyleIdx="1" presStyleCnt="6">
        <dgm:presLayoutVars>
          <dgm:bulletEnabled val="1"/>
        </dgm:presLayoutVars>
      </dgm:prSet>
      <dgm:spPr/>
    </dgm:pt>
    <dgm:pt modelId="{23BFFB2B-5E6A-1640-A142-366DF8254C24}" type="pres">
      <dgm:prSet presAssocID="{8E25AD91-4C60-8448-97D9-7A7017D7E55D}" presName="parentNode2" presStyleLbl="node1" presStyleIdx="1" presStyleCnt="6" custScaleX="207417" custScaleY="303448" custLinFactNeighborX="43580" custLinFactNeighborY="86314">
        <dgm:presLayoutVars>
          <dgm:chMax val="0"/>
          <dgm:bulletEnabled val="1"/>
        </dgm:presLayoutVars>
      </dgm:prSet>
      <dgm:spPr/>
    </dgm:pt>
    <dgm:pt modelId="{E1EA3073-ADE9-BE48-9CAD-D3F3557E2287}" type="pres">
      <dgm:prSet presAssocID="{8E25AD91-4C60-8448-97D9-7A7017D7E55D}" presName="connSite2" presStyleCnt="0"/>
      <dgm:spPr/>
    </dgm:pt>
    <dgm:pt modelId="{DAD62425-4757-164F-BD14-684A9B9DC433}" type="pres">
      <dgm:prSet presAssocID="{2FB236CE-11E4-EE4D-B483-E969C0B22F17}" presName="Name18" presStyleLbl="sibTrans2D1" presStyleIdx="1" presStyleCnt="5"/>
      <dgm:spPr/>
    </dgm:pt>
    <dgm:pt modelId="{93EE135E-D2FF-1148-B443-2AD3685ACA74}" type="pres">
      <dgm:prSet presAssocID="{B4E586AF-D840-E44D-B9F8-F0020AA65B14}" presName="composite1" presStyleCnt="0"/>
      <dgm:spPr/>
    </dgm:pt>
    <dgm:pt modelId="{CD5BC700-8672-5449-A870-AB68880B5985}" type="pres">
      <dgm:prSet presAssocID="{B4E586AF-D840-E44D-B9F8-F0020AA65B14}" presName="dummyNode1" presStyleLbl="node1" presStyleIdx="1" presStyleCnt="6"/>
      <dgm:spPr/>
    </dgm:pt>
    <dgm:pt modelId="{0277DC59-C216-6041-8674-74C1E747E3CA}" type="pres">
      <dgm:prSet presAssocID="{B4E586AF-D840-E44D-B9F8-F0020AA65B14}" presName="childNode1" presStyleLbl="bgAcc1" presStyleIdx="2" presStyleCnt="6" custScaleX="339290" custScaleY="276525" custLinFactY="-100000" custLinFactNeighborX="-75003" custLinFactNeighborY="-175230">
        <dgm:presLayoutVars>
          <dgm:bulletEnabled val="1"/>
        </dgm:presLayoutVars>
      </dgm:prSet>
      <dgm:spPr/>
    </dgm:pt>
    <dgm:pt modelId="{CA4B15FC-B33F-4544-BB25-BB415E6DCDAB}" type="pres">
      <dgm:prSet presAssocID="{B4E586AF-D840-E44D-B9F8-F0020AA65B14}" presName="childNode1tx" presStyleLbl="bgAcc1" presStyleIdx="2" presStyleCnt="6">
        <dgm:presLayoutVars>
          <dgm:bulletEnabled val="1"/>
        </dgm:presLayoutVars>
      </dgm:prSet>
      <dgm:spPr/>
    </dgm:pt>
    <dgm:pt modelId="{2B9E13E0-48B7-1E41-8199-14C6E92177E5}" type="pres">
      <dgm:prSet presAssocID="{B4E586AF-D840-E44D-B9F8-F0020AA65B14}" presName="parentNode1" presStyleLbl="node1" presStyleIdx="2" presStyleCnt="6" custScaleX="324505" custScaleY="386126" custLinFactY="-119506" custLinFactNeighborX="87716" custLinFactNeighborY="-200000">
        <dgm:presLayoutVars>
          <dgm:chMax val="1"/>
          <dgm:bulletEnabled val="1"/>
        </dgm:presLayoutVars>
      </dgm:prSet>
      <dgm:spPr/>
    </dgm:pt>
    <dgm:pt modelId="{B4ABE348-C7CA-5849-8F5C-E10BF2093343}" type="pres">
      <dgm:prSet presAssocID="{B4E586AF-D840-E44D-B9F8-F0020AA65B14}" presName="connSite1" presStyleCnt="0"/>
      <dgm:spPr/>
    </dgm:pt>
    <dgm:pt modelId="{9D4A6F90-96C1-EF4A-B59B-992AE4DCE9B7}" type="pres">
      <dgm:prSet presAssocID="{E6B5EEAF-A343-BA48-BA66-AE5E4A2F3179}" presName="Name9" presStyleLbl="sibTrans2D1" presStyleIdx="2" presStyleCnt="5"/>
      <dgm:spPr/>
    </dgm:pt>
    <dgm:pt modelId="{64448FC0-E8A0-7342-9C40-10054EF1F3B9}" type="pres">
      <dgm:prSet presAssocID="{1A148B5D-3BF6-1F40-AD29-F0A017096F28}" presName="composite2" presStyleCnt="0"/>
      <dgm:spPr/>
    </dgm:pt>
    <dgm:pt modelId="{78F0F412-17C8-F940-B69A-AF65404AD732}" type="pres">
      <dgm:prSet presAssocID="{1A148B5D-3BF6-1F40-AD29-F0A017096F28}" presName="dummyNode2" presStyleLbl="node1" presStyleIdx="2" presStyleCnt="6"/>
      <dgm:spPr/>
    </dgm:pt>
    <dgm:pt modelId="{DD8DC6C8-FF88-824E-921B-B1BC358AAF2F}" type="pres">
      <dgm:prSet presAssocID="{1A148B5D-3BF6-1F40-AD29-F0A017096F28}" presName="childNode2" presStyleLbl="bgAcc1" presStyleIdx="3" presStyleCnt="6" custScaleX="320983" custScaleY="490994" custLinFactY="112333" custLinFactNeighborX="27454" custLinFactNeighborY="200000">
        <dgm:presLayoutVars>
          <dgm:bulletEnabled val="1"/>
        </dgm:presLayoutVars>
      </dgm:prSet>
      <dgm:spPr/>
    </dgm:pt>
    <dgm:pt modelId="{0E8DF0C8-FE72-F54F-86F9-DAD455862CE4}" type="pres">
      <dgm:prSet presAssocID="{1A148B5D-3BF6-1F40-AD29-F0A017096F28}" presName="childNode2tx" presStyleLbl="bgAcc1" presStyleIdx="3" presStyleCnt="6">
        <dgm:presLayoutVars>
          <dgm:bulletEnabled val="1"/>
        </dgm:presLayoutVars>
      </dgm:prSet>
      <dgm:spPr/>
    </dgm:pt>
    <dgm:pt modelId="{2390D26E-EC64-1E43-897C-04C0BBC0FCD6}" type="pres">
      <dgm:prSet presAssocID="{1A148B5D-3BF6-1F40-AD29-F0A017096F28}" presName="parentNode2" presStyleLbl="node1" presStyleIdx="3" presStyleCnt="6" custScaleX="253990" custScaleY="225169" custLinFactY="161371" custLinFactNeighborX="96950" custLinFactNeighborY="200000">
        <dgm:presLayoutVars>
          <dgm:chMax val="0"/>
          <dgm:bulletEnabled val="1"/>
        </dgm:presLayoutVars>
      </dgm:prSet>
      <dgm:spPr/>
    </dgm:pt>
    <dgm:pt modelId="{7C297649-AB0E-3542-A7CC-F94A63DF80D9}" type="pres">
      <dgm:prSet presAssocID="{1A148B5D-3BF6-1F40-AD29-F0A017096F28}" presName="connSite2" presStyleCnt="0"/>
      <dgm:spPr/>
    </dgm:pt>
    <dgm:pt modelId="{33E6CCDA-EA23-9E42-9358-DA54A58CAAC6}" type="pres">
      <dgm:prSet presAssocID="{4C090424-64EF-7144-93CD-9765735A0FB9}" presName="Name18" presStyleLbl="sibTrans2D1" presStyleIdx="3" presStyleCnt="5"/>
      <dgm:spPr/>
    </dgm:pt>
    <dgm:pt modelId="{EAB976F7-4AC4-2349-8F8B-86B259924F08}" type="pres">
      <dgm:prSet presAssocID="{BA2EBFE1-5F9D-6440-9FE6-6E3AC0B389F6}" presName="composite1" presStyleCnt="0"/>
      <dgm:spPr/>
    </dgm:pt>
    <dgm:pt modelId="{BCD4E857-F397-654A-ACB4-9369B19083F0}" type="pres">
      <dgm:prSet presAssocID="{BA2EBFE1-5F9D-6440-9FE6-6E3AC0B389F6}" presName="dummyNode1" presStyleLbl="node1" presStyleIdx="3" presStyleCnt="6"/>
      <dgm:spPr/>
    </dgm:pt>
    <dgm:pt modelId="{277A75EA-973B-F547-A8E2-BC1436B97E79}" type="pres">
      <dgm:prSet presAssocID="{BA2EBFE1-5F9D-6440-9FE6-6E3AC0B389F6}" presName="childNode1" presStyleLbl="bgAcc1" presStyleIdx="4" presStyleCnt="6" custScaleX="299748" custScaleY="291655" custLinFactX="-47692" custLinFactY="-136252" custLinFactNeighborX="-100000" custLinFactNeighborY="-200000">
        <dgm:presLayoutVars>
          <dgm:bulletEnabled val="1"/>
        </dgm:presLayoutVars>
      </dgm:prSet>
      <dgm:spPr/>
    </dgm:pt>
    <dgm:pt modelId="{849198A3-5A5D-CE49-9421-0882D01F84EE}" type="pres">
      <dgm:prSet presAssocID="{BA2EBFE1-5F9D-6440-9FE6-6E3AC0B389F6}" presName="childNode1tx" presStyleLbl="bgAcc1" presStyleIdx="4" presStyleCnt="6">
        <dgm:presLayoutVars>
          <dgm:bulletEnabled val="1"/>
        </dgm:presLayoutVars>
      </dgm:prSet>
      <dgm:spPr/>
    </dgm:pt>
    <dgm:pt modelId="{C7E614FA-17D8-C64F-99EA-EAFF96D53BE3}" type="pres">
      <dgm:prSet presAssocID="{BA2EBFE1-5F9D-6440-9FE6-6E3AC0B389F6}" presName="parentNode1" presStyleLbl="node1" presStyleIdx="4" presStyleCnt="6" custScaleX="331310" custScaleY="356873" custLinFactY="-230515" custLinFactNeighborX="88202" custLinFactNeighborY="-300000">
        <dgm:presLayoutVars>
          <dgm:chMax val="1"/>
          <dgm:bulletEnabled val="1"/>
        </dgm:presLayoutVars>
      </dgm:prSet>
      <dgm:spPr/>
    </dgm:pt>
    <dgm:pt modelId="{2FBD3755-1722-5540-A84B-BC6362DC0F7B}" type="pres">
      <dgm:prSet presAssocID="{BA2EBFE1-5F9D-6440-9FE6-6E3AC0B389F6}" presName="connSite1" presStyleCnt="0"/>
      <dgm:spPr/>
    </dgm:pt>
    <dgm:pt modelId="{A1E5E89B-F4AE-4FCD-8F29-5198450E41B6}" type="pres">
      <dgm:prSet presAssocID="{439DBA16-D373-1445-8B62-D14F5AF9D913}" presName="Name9" presStyleLbl="sibTrans2D1" presStyleIdx="4" presStyleCnt="5"/>
      <dgm:spPr/>
    </dgm:pt>
    <dgm:pt modelId="{34AFF1AE-4AAE-472C-AF9B-1966423D73D2}" type="pres">
      <dgm:prSet presAssocID="{F69183E5-A0C8-4304-88C7-05C6B43F585D}" presName="composite2" presStyleCnt="0"/>
      <dgm:spPr/>
    </dgm:pt>
    <dgm:pt modelId="{76265E74-2566-4983-B1CD-24FE9724EE54}" type="pres">
      <dgm:prSet presAssocID="{F69183E5-A0C8-4304-88C7-05C6B43F585D}" presName="dummyNode2" presStyleLbl="node1" presStyleIdx="4" presStyleCnt="6"/>
      <dgm:spPr/>
    </dgm:pt>
    <dgm:pt modelId="{F498F241-B89F-41AA-9E07-1EB03DA6265C}" type="pres">
      <dgm:prSet presAssocID="{F69183E5-A0C8-4304-88C7-05C6B43F585D}" presName="childNode2" presStyleLbl="bgAcc1" presStyleIdx="5" presStyleCnt="6" custScaleX="338226" custScaleY="295516" custLinFactY="100000" custLinFactNeighborX="-67309" custLinFactNeighborY="158878">
        <dgm:presLayoutVars>
          <dgm:bulletEnabled val="1"/>
        </dgm:presLayoutVars>
      </dgm:prSet>
      <dgm:spPr/>
    </dgm:pt>
    <dgm:pt modelId="{E06389F6-8B36-4E3A-8585-2A65B5CE2BD6}" type="pres">
      <dgm:prSet presAssocID="{F69183E5-A0C8-4304-88C7-05C6B43F585D}" presName="childNode2tx" presStyleLbl="bgAcc1" presStyleIdx="5" presStyleCnt="6">
        <dgm:presLayoutVars>
          <dgm:bulletEnabled val="1"/>
        </dgm:presLayoutVars>
      </dgm:prSet>
      <dgm:spPr/>
    </dgm:pt>
    <dgm:pt modelId="{F007D5CC-7E46-4163-BF02-290EB48645BD}" type="pres">
      <dgm:prSet presAssocID="{F69183E5-A0C8-4304-88C7-05C6B43F585D}" presName="parentNode2" presStyleLbl="node1" presStyleIdx="5" presStyleCnt="6" custScaleX="255008" custScaleY="370208" custLinFactX="-11604" custLinFactY="127744" custLinFactNeighborX="-100000" custLinFactNeighborY="200000">
        <dgm:presLayoutVars>
          <dgm:chMax val="0"/>
          <dgm:bulletEnabled val="1"/>
        </dgm:presLayoutVars>
      </dgm:prSet>
      <dgm:spPr/>
    </dgm:pt>
    <dgm:pt modelId="{F0AD012F-D1C4-4A6E-8DAF-0DA8D2B0B9E3}" type="pres">
      <dgm:prSet presAssocID="{F69183E5-A0C8-4304-88C7-05C6B43F585D}" presName="connSite2" presStyleCnt="0"/>
      <dgm:spPr/>
    </dgm:pt>
  </dgm:ptLst>
  <dgm:cxnLst>
    <dgm:cxn modelId="{CB5C6D00-A737-AB44-B9F5-1ABB86FDFF1A}" type="presOf" srcId="{533C1FB6-CAF1-5C44-9C34-C688D05B3AEB}" destId="{F5BAE249-C8CA-BB42-9B57-E45756F6C7E7}" srcOrd="0" destOrd="0" presId="urn:microsoft.com/office/officeart/2005/8/layout/hProcess4"/>
    <dgm:cxn modelId="{2FC51907-A345-E14F-9127-A5C9EE6CF23A}" type="presOf" srcId="{B4E586AF-D840-E44D-B9F8-F0020AA65B14}" destId="{2B9E13E0-48B7-1E41-8199-14C6E92177E5}" srcOrd="0" destOrd="0" presId="urn:microsoft.com/office/officeart/2005/8/layout/hProcess4"/>
    <dgm:cxn modelId="{23121D0C-F63D-174A-98FC-B5FF2406FBC6}" srcId="{8464EF1A-4244-524C-976D-CF560D46E048}" destId="{B4E586AF-D840-E44D-B9F8-F0020AA65B14}" srcOrd="2" destOrd="0" parTransId="{7D321E05-2FB9-1D45-A5D7-3EE7C8189AF6}" sibTransId="{E6B5EEAF-A343-BA48-BA66-AE5E4A2F3179}"/>
    <dgm:cxn modelId="{1F11A00F-3285-814A-8F27-6AE04ACB8B32}" type="presOf" srcId="{8E25AD91-4C60-8448-97D9-7A7017D7E55D}" destId="{23BFFB2B-5E6A-1640-A142-366DF8254C24}" srcOrd="0" destOrd="0" presId="urn:microsoft.com/office/officeart/2005/8/layout/hProcess4"/>
    <dgm:cxn modelId="{61816012-3265-5A49-9B26-974C7E6D3F97}" type="presOf" srcId="{D33505E2-FF38-7B4D-8C64-F661ECED5789}" destId="{4DD2EBA9-411C-894F-B046-155EC153DB47}" srcOrd="0" destOrd="0" presId="urn:microsoft.com/office/officeart/2005/8/layout/hProcess4"/>
    <dgm:cxn modelId="{75716C18-BE89-4678-9BD0-75275C82BA14}" type="presOf" srcId="{A39F2A0A-8044-4728-BD0F-E06B9CC6DED2}" destId="{2C49395F-A51C-6149-8094-23760C30D025}" srcOrd="1" destOrd="1" presId="urn:microsoft.com/office/officeart/2005/8/layout/hProcess4"/>
    <dgm:cxn modelId="{F9F3081E-3838-BA4E-AE94-EAC5C65C1D98}" srcId="{8464EF1A-4244-524C-976D-CF560D46E048}" destId="{BA2EBFE1-5F9D-6440-9FE6-6E3AC0B389F6}" srcOrd="4" destOrd="0" parTransId="{FF060B6D-7C6F-9E41-9FF7-8A49E7F91151}" sibTransId="{439DBA16-D373-1445-8B62-D14F5AF9D913}"/>
    <dgm:cxn modelId="{D90BFE2A-EDAA-B644-93BC-2F01D99C0690}" srcId="{8E25AD91-4C60-8448-97D9-7A7017D7E55D}" destId="{7A2BB58A-9CC6-7643-A3F8-A9296F323850}" srcOrd="0" destOrd="0" parTransId="{80DF3043-03FD-8D46-B54B-1D0F08519900}" sibTransId="{7334346F-8D44-664C-8CB3-81B233C07EAB}"/>
    <dgm:cxn modelId="{E56E2F36-8E6F-CF4B-A8BC-C00F4A5662D7}" type="presOf" srcId="{72C92EF3-DF3E-1B44-99E0-E9ABC3407FA9}" destId="{849198A3-5A5D-CE49-9421-0882D01F84EE}" srcOrd="1" destOrd="0" presId="urn:microsoft.com/office/officeart/2005/8/layout/hProcess4"/>
    <dgm:cxn modelId="{3E548036-C319-BA4F-ADF8-BBC24BD45676}" type="presOf" srcId="{E6B5EEAF-A343-BA48-BA66-AE5E4A2F3179}" destId="{9D4A6F90-96C1-EF4A-B59B-992AE4DCE9B7}" srcOrd="0" destOrd="0" presId="urn:microsoft.com/office/officeart/2005/8/layout/hProcess4"/>
    <dgm:cxn modelId="{0764AF5D-7BA8-1341-87C5-83A9FA0FED1B}" srcId="{1A148B5D-3BF6-1F40-AD29-F0A017096F28}" destId="{6E6897DB-44AE-B944-AB1E-4EE0392842D6}" srcOrd="0" destOrd="0" parTransId="{0894FD68-399E-804E-8869-B5DC94A34EFB}" sibTransId="{F5606CB1-A779-2949-9D54-28A84C2511BC}"/>
    <dgm:cxn modelId="{D76E7E64-F2D2-904A-B508-8BC2448E2AD3}" type="presOf" srcId="{72C92EF3-DF3E-1B44-99E0-E9ABC3407FA9}" destId="{277A75EA-973B-F547-A8E2-BC1436B97E79}" srcOrd="0" destOrd="0" presId="urn:microsoft.com/office/officeart/2005/8/layout/hProcess4"/>
    <dgm:cxn modelId="{880CC564-CC91-1442-99D2-16993EE0F68E}" srcId="{8464EF1A-4244-524C-976D-CF560D46E048}" destId="{1A148B5D-3BF6-1F40-AD29-F0A017096F28}" srcOrd="3" destOrd="0" parTransId="{73509E70-7113-1245-8436-AB5DB03B4E5B}" sibTransId="{4C090424-64EF-7144-93CD-9765735A0FB9}"/>
    <dgm:cxn modelId="{96E79946-E53F-E94A-B56A-D51830A651DC}" type="presOf" srcId="{8464EF1A-4244-524C-976D-CF560D46E048}" destId="{B903A233-0692-5642-9590-D767BDBA7511}" srcOrd="0" destOrd="0" presId="urn:microsoft.com/office/officeart/2005/8/layout/hProcess4"/>
    <dgm:cxn modelId="{D697554F-47ED-2147-A81F-602A3DB01978}" type="presOf" srcId="{7A2BB58A-9CC6-7643-A3F8-A9296F323850}" destId="{E1814541-2022-5045-B6D1-3F3D0EEBA670}" srcOrd="0" destOrd="0" presId="urn:microsoft.com/office/officeart/2005/8/layout/hProcess4"/>
    <dgm:cxn modelId="{6F194770-5CC2-1642-875B-F3601AC126A7}" type="presOf" srcId="{7A2BB58A-9CC6-7643-A3F8-A9296F323850}" destId="{C6B32061-C5F6-CF4A-ACF5-DA69BE1DD0DE}" srcOrd="1" destOrd="0" presId="urn:microsoft.com/office/officeart/2005/8/layout/hProcess4"/>
    <dgm:cxn modelId="{5D32C775-BDD7-43E0-8116-BBBD7A93F03B}" srcId="{F69183E5-A0C8-4304-88C7-05C6B43F585D}" destId="{AA3322E8-9EB9-4CC0-8BD8-A60E87292F49}" srcOrd="0" destOrd="0" parTransId="{9C3D9B87-ADFE-445C-B2CC-139E0AC69981}" sibTransId="{89ACFA97-9F23-49A1-ABF4-98EEA9CC662C}"/>
    <dgm:cxn modelId="{41AAC856-0E26-D846-B561-9C7519ABADD8}" type="presOf" srcId="{082657E0-3827-534D-BB5D-EC3E7863E1AA}" destId="{3A21DE6C-2DD1-B74C-9E60-EE6E7BD79C9A}" srcOrd="0" destOrd="0" presId="urn:microsoft.com/office/officeart/2005/8/layout/hProcess4"/>
    <dgm:cxn modelId="{DF86947B-5F82-7B49-A61E-80CE7AD4C8D7}" type="presOf" srcId="{1A148B5D-3BF6-1F40-AD29-F0A017096F28}" destId="{2390D26E-EC64-1E43-897C-04C0BBC0FCD6}" srcOrd="0" destOrd="0" presId="urn:microsoft.com/office/officeart/2005/8/layout/hProcess4"/>
    <dgm:cxn modelId="{7FABAC7F-63B5-CB4B-8BC0-C97E7B8DCE43}" type="presOf" srcId="{6E6897DB-44AE-B944-AB1E-4EE0392842D6}" destId="{DD8DC6C8-FF88-824E-921B-B1BC358AAF2F}" srcOrd="0" destOrd="0" presId="urn:microsoft.com/office/officeart/2005/8/layout/hProcess4"/>
    <dgm:cxn modelId="{70E36A95-62E0-7B47-95D0-00DE14A42128}" type="presOf" srcId="{6DF95412-CA4F-5A4F-848E-3A3C158E35C1}" destId="{0277DC59-C216-6041-8674-74C1E747E3CA}" srcOrd="0" destOrd="0" presId="urn:microsoft.com/office/officeart/2005/8/layout/hProcess4"/>
    <dgm:cxn modelId="{BD5FD0AB-F484-2541-9D2F-BDFE8F4ADA87}" srcId="{8464EF1A-4244-524C-976D-CF560D46E048}" destId="{082657E0-3827-534D-BB5D-EC3E7863E1AA}" srcOrd="0" destOrd="0" parTransId="{A3FA89C7-1AA6-9D48-90DF-13B7E63F3B87}" sibTransId="{D33505E2-FF38-7B4D-8C64-F661ECED5789}"/>
    <dgm:cxn modelId="{F252BFB1-2D11-4359-B452-725ED654B1CA}" type="presOf" srcId="{AA3322E8-9EB9-4CC0-8BD8-A60E87292F49}" destId="{E06389F6-8B36-4E3A-8585-2A65B5CE2BD6}" srcOrd="1" destOrd="0" presId="urn:microsoft.com/office/officeart/2005/8/layout/hProcess4"/>
    <dgm:cxn modelId="{DD8E35B3-DF6B-1240-865F-FF03CDFE002F}" srcId="{082657E0-3827-534D-BB5D-EC3E7863E1AA}" destId="{533C1FB6-CAF1-5C44-9C34-C688D05B3AEB}" srcOrd="0" destOrd="0" parTransId="{DFF060EA-32C2-1E4B-A839-0E77797FF8AF}" sibTransId="{7A244507-1207-6145-8F88-17B89F143F24}"/>
    <dgm:cxn modelId="{64AA25B5-1E97-DC4D-B61B-3506DF49411C}" type="presOf" srcId="{533C1FB6-CAF1-5C44-9C34-C688D05B3AEB}" destId="{2C49395F-A51C-6149-8094-23760C30D025}" srcOrd="1" destOrd="0" presId="urn:microsoft.com/office/officeart/2005/8/layout/hProcess4"/>
    <dgm:cxn modelId="{5202E6B6-E53C-E34F-B904-256DCB2B41C9}" type="presOf" srcId="{BA2EBFE1-5F9D-6440-9FE6-6E3AC0B389F6}" destId="{C7E614FA-17D8-C64F-99EA-EAFF96D53BE3}" srcOrd="0" destOrd="0" presId="urn:microsoft.com/office/officeart/2005/8/layout/hProcess4"/>
    <dgm:cxn modelId="{D0C09DC4-AE05-4734-B24D-830E577675D4}" type="presOf" srcId="{F69183E5-A0C8-4304-88C7-05C6B43F585D}" destId="{F007D5CC-7E46-4163-BF02-290EB48645BD}" srcOrd="0" destOrd="0" presId="urn:microsoft.com/office/officeart/2005/8/layout/hProcess4"/>
    <dgm:cxn modelId="{156BB2CB-47DA-A74B-9071-A8178F368EBD}" srcId="{8464EF1A-4244-524C-976D-CF560D46E048}" destId="{8E25AD91-4C60-8448-97D9-7A7017D7E55D}" srcOrd="1" destOrd="0" parTransId="{2005629E-B3C5-724A-8B3C-A507EFB52749}" sibTransId="{2FB236CE-11E4-EE4D-B483-E969C0B22F17}"/>
    <dgm:cxn modelId="{D411C3CE-B50D-AA4E-B47E-7BD6365DA9DC}" type="presOf" srcId="{2FB236CE-11E4-EE4D-B483-E969C0B22F17}" destId="{DAD62425-4757-164F-BD14-684A9B9DC433}" srcOrd="0" destOrd="0" presId="urn:microsoft.com/office/officeart/2005/8/layout/hProcess4"/>
    <dgm:cxn modelId="{DB9836D0-BDB3-2446-A501-C732730C480F}" type="presOf" srcId="{6DF95412-CA4F-5A4F-848E-3A3C158E35C1}" destId="{CA4B15FC-B33F-4544-BB25-BB415E6DCDAB}" srcOrd="1" destOrd="0" presId="urn:microsoft.com/office/officeart/2005/8/layout/hProcess4"/>
    <dgm:cxn modelId="{0D6353DC-BED9-4DB9-A2EE-CC3D6335CE79}" srcId="{082657E0-3827-534D-BB5D-EC3E7863E1AA}" destId="{A39F2A0A-8044-4728-BD0F-E06B9CC6DED2}" srcOrd="1" destOrd="0" parTransId="{E02242C9-9B5D-4B47-BC4D-5C2F4FB0EB42}" sibTransId="{EE37A6D3-312A-413A-8636-4AC5114ADAB6}"/>
    <dgm:cxn modelId="{26352DE1-618F-4D2C-9E58-EE672F106578}" srcId="{8464EF1A-4244-524C-976D-CF560D46E048}" destId="{F69183E5-A0C8-4304-88C7-05C6B43F585D}" srcOrd="5" destOrd="0" parTransId="{0FBEA3A2-0A72-4B31-94DB-EC8E8BC3E8A6}" sibTransId="{F8CFA20A-13C8-425F-8783-C135A84EC657}"/>
    <dgm:cxn modelId="{098393E2-6C39-444A-8518-B88B84E30A8F}" type="presOf" srcId="{6E6897DB-44AE-B944-AB1E-4EE0392842D6}" destId="{0E8DF0C8-FE72-F54F-86F9-DAD455862CE4}" srcOrd="1" destOrd="0" presId="urn:microsoft.com/office/officeart/2005/8/layout/hProcess4"/>
    <dgm:cxn modelId="{5C57B8E2-3F06-4CE4-ADFA-CAAA751119C1}" type="presOf" srcId="{439DBA16-D373-1445-8B62-D14F5AF9D913}" destId="{A1E5E89B-F4AE-4FCD-8F29-5198450E41B6}" srcOrd="0" destOrd="0" presId="urn:microsoft.com/office/officeart/2005/8/layout/hProcess4"/>
    <dgm:cxn modelId="{4FD8C4E7-5D6D-4EF7-AFC8-BCD467A8F88A}" type="presOf" srcId="{AA3322E8-9EB9-4CC0-8BD8-A60E87292F49}" destId="{F498F241-B89F-41AA-9E07-1EB03DA6265C}" srcOrd="0" destOrd="0" presId="urn:microsoft.com/office/officeart/2005/8/layout/hProcess4"/>
    <dgm:cxn modelId="{2DF56CEE-7BDC-4811-9F5D-BFFA00CB4971}" type="presOf" srcId="{A39F2A0A-8044-4728-BD0F-E06B9CC6DED2}" destId="{F5BAE249-C8CA-BB42-9B57-E45756F6C7E7}" srcOrd="0" destOrd="1" presId="urn:microsoft.com/office/officeart/2005/8/layout/hProcess4"/>
    <dgm:cxn modelId="{355216F2-D769-3F49-A6E9-D4536511A286}" type="presOf" srcId="{4C090424-64EF-7144-93CD-9765735A0FB9}" destId="{33E6CCDA-EA23-9E42-9358-DA54A58CAAC6}" srcOrd="0" destOrd="0" presId="urn:microsoft.com/office/officeart/2005/8/layout/hProcess4"/>
    <dgm:cxn modelId="{619484F8-876F-9447-A957-AD08CAA87EB5}" srcId="{BA2EBFE1-5F9D-6440-9FE6-6E3AC0B389F6}" destId="{72C92EF3-DF3E-1B44-99E0-E9ABC3407FA9}" srcOrd="0" destOrd="0" parTransId="{DFE22BAE-F552-0346-8E76-523A95F80DC7}" sibTransId="{98DCF2DB-12B9-044E-964E-91568E2AE541}"/>
    <dgm:cxn modelId="{9E630DFE-C081-E243-B1DE-F10863923F01}" srcId="{B4E586AF-D840-E44D-B9F8-F0020AA65B14}" destId="{6DF95412-CA4F-5A4F-848E-3A3C158E35C1}" srcOrd="0" destOrd="0" parTransId="{86E26962-82C9-BC43-95AC-F1476D04A920}" sibTransId="{26378267-6EF0-2A4B-89EA-8F7E71313A16}"/>
    <dgm:cxn modelId="{2B27D4FC-AB46-6E48-BC4F-224D9636147F}" type="presParOf" srcId="{B903A233-0692-5642-9590-D767BDBA7511}" destId="{5B9861D8-1B9C-BA4C-A6E0-540865DC6C85}" srcOrd="0" destOrd="0" presId="urn:microsoft.com/office/officeart/2005/8/layout/hProcess4"/>
    <dgm:cxn modelId="{3634049E-0DA4-6B40-84E6-031E02F3B9EF}" type="presParOf" srcId="{B903A233-0692-5642-9590-D767BDBA7511}" destId="{CFD11113-A4DC-C849-BDD0-ED8F58670FBD}" srcOrd="1" destOrd="0" presId="urn:microsoft.com/office/officeart/2005/8/layout/hProcess4"/>
    <dgm:cxn modelId="{04E070D5-05A6-9D4E-90A6-9AF92D8E8FB2}" type="presParOf" srcId="{B903A233-0692-5642-9590-D767BDBA7511}" destId="{87C3BD11-26F4-E44F-9012-CA16B81537CE}" srcOrd="2" destOrd="0" presId="urn:microsoft.com/office/officeart/2005/8/layout/hProcess4"/>
    <dgm:cxn modelId="{905226A9-EF02-A84D-88BC-C5F90D646D9C}" type="presParOf" srcId="{87C3BD11-26F4-E44F-9012-CA16B81537CE}" destId="{ECD2A60C-21F8-CB42-9CA6-27F9C595CB29}" srcOrd="0" destOrd="0" presId="urn:microsoft.com/office/officeart/2005/8/layout/hProcess4"/>
    <dgm:cxn modelId="{C897CA32-8416-1A44-AFD3-DC95D59D0FB0}" type="presParOf" srcId="{ECD2A60C-21F8-CB42-9CA6-27F9C595CB29}" destId="{A9891C9C-8497-6E40-B666-02EEA8094B17}" srcOrd="0" destOrd="0" presId="urn:microsoft.com/office/officeart/2005/8/layout/hProcess4"/>
    <dgm:cxn modelId="{94233FF1-E0E0-A940-9AAA-7BC61A6EB46B}" type="presParOf" srcId="{ECD2A60C-21F8-CB42-9CA6-27F9C595CB29}" destId="{F5BAE249-C8CA-BB42-9B57-E45756F6C7E7}" srcOrd="1" destOrd="0" presId="urn:microsoft.com/office/officeart/2005/8/layout/hProcess4"/>
    <dgm:cxn modelId="{13465EFD-6004-8C4C-9B94-56498C066430}" type="presParOf" srcId="{ECD2A60C-21F8-CB42-9CA6-27F9C595CB29}" destId="{2C49395F-A51C-6149-8094-23760C30D025}" srcOrd="2" destOrd="0" presId="urn:microsoft.com/office/officeart/2005/8/layout/hProcess4"/>
    <dgm:cxn modelId="{12942363-A7E8-B244-B65A-C63378CC5525}" type="presParOf" srcId="{ECD2A60C-21F8-CB42-9CA6-27F9C595CB29}" destId="{3A21DE6C-2DD1-B74C-9E60-EE6E7BD79C9A}" srcOrd="3" destOrd="0" presId="urn:microsoft.com/office/officeart/2005/8/layout/hProcess4"/>
    <dgm:cxn modelId="{B1F0F4E5-9465-F94F-BBBC-6D96852F526D}" type="presParOf" srcId="{ECD2A60C-21F8-CB42-9CA6-27F9C595CB29}" destId="{08BABFC3-91AD-F94D-B3B4-DA7C26B5C58D}" srcOrd="4" destOrd="0" presId="urn:microsoft.com/office/officeart/2005/8/layout/hProcess4"/>
    <dgm:cxn modelId="{CC911A32-347F-8345-ACD6-957CABAEF469}" type="presParOf" srcId="{87C3BD11-26F4-E44F-9012-CA16B81537CE}" destId="{4DD2EBA9-411C-894F-B046-155EC153DB47}" srcOrd="1" destOrd="0" presId="urn:microsoft.com/office/officeart/2005/8/layout/hProcess4"/>
    <dgm:cxn modelId="{07603EE3-A6DC-3C40-B047-63CC47D6DF13}" type="presParOf" srcId="{87C3BD11-26F4-E44F-9012-CA16B81537CE}" destId="{4D65706F-570D-C14A-9D12-1AA568760DD1}" srcOrd="2" destOrd="0" presId="urn:microsoft.com/office/officeart/2005/8/layout/hProcess4"/>
    <dgm:cxn modelId="{E36D7DEB-D5E1-094E-A766-097D929706B2}" type="presParOf" srcId="{4D65706F-570D-C14A-9D12-1AA568760DD1}" destId="{AAA422CA-2858-F846-851E-66F17118B342}" srcOrd="0" destOrd="0" presId="urn:microsoft.com/office/officeart/2005/8/layout/hProcess4"/>
    <dgm:cxn modelId="{19A6FA48-A9ED-B74E-B59F-EE047C85A0EC}" type="presParOf" srcId="{4D65706F-570D-C14A-9D12-1AA568760DD1}" destId="{E1814541-2022-5045-B6D1-3F3D0EEBA670}" srcOrd="1" destOrd="0" presId="urn:microsoft.com/office/officeart/2005/8/layout/hProcess4"/>
    <dgm:cxn modelId="{08BE2119-633C-3D41-A738-B2925441C316}" type="presParOf" srcId="{4D65706F-570D-C14A-9D12-1AA568760DD1}" destId="{C6B32061-C5F6-CF4A-ACF5-DA69BE1DD0DE}" srcOrd="2" destOrd="0" presId="urn:microsoft.com/office/officeart/2005/8/layout/hProcess4"/>
    <dgm:cxn modelId="{3DAD26D4-FB0A-B446-B90A-5ED998FF03EE}" type="presParOf" srcId="{4D65706F-570D-C14A-9D12-1AA568760DD1}" destId="{23BFFB2B-5E6A-1640-A142-366DF8254C24}" srcOrd="3" destOrd="0" presId="urn:microsoft.com/office/officeart/2005/8/layout/hProcess4"/>
    <dgm:cxn modelId="{80DAC996-747D-CC49-9F83-C231409E8C20}" type="presParOf" srcId="{4D65706F-570D-C14A-9D12-1AA568760DD1}" destId="{E1EA3073-ADE9-BE48-9CAD-D3F3557E2287}" srcOrd="4" destOrd="0" presId="urn:microsoft.com/office/officeart/2005/8/layout/hProcess4"/>
    <dgm:cxn modelId="{1BE74CDD-7F7F-2849-B95F-4E666E022765}" type="presParOf" srcId="{87C3BD11-26F4-E44F-9012-CA16B81537CE}" destId="{DAD62425-4757-164F-BD14-684A9B9DC433}" srcOrd="3" destOrd="0" presId="urn:microsoft.com/office/officeart/2005/8/layout/hProcess4"/>
    <dgm:cxn modelId="{A3C4A934-A84C-474A-91A4-2CE3E4109AD0}" type="presParOf" srcId="{87C3BD11-26F4-E44F-9012-CA16B81537CE}" destId="{93EE135E-D2FF-1148-B443-2AD3685ACA74}" srcOrd="4" destOrd="0" presId="urn:microsoft.com/office/officeart/2005/8/layout/hProcess4"/>
    <dgm:cxn modelId="{EE86DC06-22E8-924B-90C0-D9438CDB68BA}" type="presParOf" srcId="{93EE135E-D2FF-1148-B443-2AD3685ACA74}" destId="{CD5BC700-8672-5449-A870-AB68880B5985}" srcOrd="0" destOrd="0" presId="urn:microsoft.com/office/officeart/2005/8/layout/hProcess4"/>
    <dgm:cxn modelId="{13FA3269-B77D-FB4C-838F-9FA79BD47D90}" type="presParOf" srcId="{93EE135E-D2FF-1148-B443-2AD3685ACA74}" destId="{0277DC59-C216-6041-8674-74C1E747E3CA}" srcOrd="1" destOrd="0" presId="urn:microsoft.com/office/officeart/2005/8/layout/hProcess4"/>
    <dgm:cxn modelId="{C0DC3422-9040-A640-AEFD-017AB42FF1AB}" type="presParOf" srcId="{93EE135E-D2FF-1148-B443-2AD3685ACA74}" destId="{CA4B15FC-B33F-4544-BB25-BB415E6DCDAB}" srcOrd="2" destOrd="0" presId="urn:microsoft.com/office/officeart/2005/8/layout/hProcess4"/>
    <dgm:cxn modelId="{3DBA8BF6-BA6A-4A4D-A78D-839B08868732}" type="presParOf" srcId="{93EE135E-D2FF-1148-B443-2AD3685ACA74}" destId="{2B9E13E0-48B7-1E41-8199-14C6E92177E5}" srcOrd="3" destOrd="0" presId="urn:microsoft.com/office/officeart/2005/8/layout/hProcess4"/>
    <dgm:cxn modelId="{AD260517-5299-ED41-B048-BCAB37EAEC00}" type="presParOf" srcId="{93EE135E-D2FF-1148-B443-2AD3685ACA74}" destId="{B4ABE348-C7CA-5849-8F5C-E10BF2093343}" srcOrd="4" destOrd="0" presId="urn:microsoft.com/office/officeart/2005/8/layout/hProcess4"/>
    <dgm:cxn modelId="{04F96C7A-0EF6-D845-8D37-DB6BD467F2E0}" type="presParOf" srcId="{87C3BD11-26F4-E44F-9012-CA16B81537CE}" destId="{9D4A6F90-96C1-EF4A-B59B-992AE4DCE9B7}" srcOrd="5" destOrd="0" presId="urn:microsoft.com/office/officeart/2005/8/layout/hProcess4"/>
    <dgm:cxn modelId="{1982F476-AEB1-F441-969C-2BAE4B2D4ED9}" type="presParOf" srcId="{87C3BD11-26F4-E44F-9012-CA16B81537CE}" destId="{64448FC0-E8A0-7342-9C40-10054EF1F3B9}" srcOrd="6" destOrd="0" presId="urn:microsoft.com/office/officeart/2005/8/layout/hProcess4"/>
    <dgm:cxn modelId="{6B113D85-33FE-184D-93CD-54DE2367211A}" type="presParOf" srcId="{64448FC0-E8A0-7342-9C40-10054EF1F3B9}" destId="{78F0F412-17C8-F940-B69A-AF65404AD732}" srcOrd="0" destOrd="0" presId="urn:microsoft.com/office/officeart/2005/8/layout/hProcess4"/>
    <dgm:cxn modelId="{14D3FA51-831E-D146-8B85-A1BD82B3B271}" type="presParOf" srcId="{64448FC0-E8A0-7342-9C40-10054EF1F3B9}" destId="{DD8DC6C8-FF88-824E-921B-B1BC358AAF2F}" srcOrd="1" destOrd="0" presId="urn:microsoft.com/office/officeart/2005/8/layout/hProcess4"/>
    <dgm:cxn modelId="{541792FE-0C09-534B-8BB8-701ECFEFA05C}" type="presParOf" srcId="{64448FC0-E8A0-7342-9C40-10054EF1F3B9}" destId="{0E8DF0C8-FE72-F54F-86F9-DAD455862CE4}" srcOrd="2" destOrd="0" presId="urn:microsoft.com/office/officeart/2005/8/layout/hProcess4"/>
    <dgm:cxn modelId="{6C011576-F815-3141-8D09-0E7D3870214A}" type="presParOf" srcId="{64448FC0-E8A0-7342-9C40-10054EF1F3B9}" destId="{2390D26E-EC64-1E43-897C-04C0BBC0FCD6}" srcOrd="3" destOrd="0" presId="urn:microsoft.com/office/officeart/2005/8/layout/hProcess4"/>
    <dgm:cxn modelId="{73DBEDF4-5E9A-4F41-8C3B-19036DEA97C5}" type="presParOf" srcId="{64448FC0-E8A0-7342-9C40-10054EF1F3B9}" destId="{7C297649-AB0E-3542-A7CC-F94A63DF80D9}" srcOrd="4" destOrd="0" presId="urn:microsoft.com/office/officeart/2005/8/layout/hProcess4"/>
    <dgm:cxn modelId="{65371C64-3AC9-794F-AAD4-63FC2818D22B}" type="presParOf" srcId="{87C3BD11-26F4-E44F-9012-CA16B81537CE}" destId="{33E6CCDA-EA23-9E42-9358-DA54A58CAAC6}" srcOrd="7" destOrd="0" presId="urn:microsoft.com/office/officeart/2005/8/layout/hProcess4"/>
    <dgm:cxn modelId="{9E0FF92C-8CFA-D644-A8ED-EA5E29FB6C52}" type="presParOf" srcId="{87C3BD11-26F4-E44F-9012-CA16B81537CE}" destId="{EAB976F7-4AC4-2349-8F8B-86B259924F08}" srcOrd="8" destOrd="0" presId="urn:microsoft.com/office/officeart/2005/8/layout/hProcess4"/>
    <dgm:cxn modelId="{4235FE29-F604-5741-82A5-0C45DB614C53}" type="presParOf" srcId="{EAB976F7-4AC4-2349-8F8B-86B259924F08}" destId="{BCD4E857-F397-654A-ACB4-9369B19083F0}" srcOrd="0" destOrd="0" presId="urn:microsoft.com/office/officeart/2005/8/layout/hProcess4"/>
    <dgm:cxn modelId="{F3F302FC-F3C2-8C4C-8045-ACBEBD8DFFF3}" type="presParOf" srcId="{EAB976F7-4AC4-2349-8F8B-86B259924F08}" destId="{277A75EA-973B-F547-A8E2-BC1436B97E79}" srcOrd="1" destOrd="0" presId="urn:microsoft.com/office/officeart/2005/8/layout/hProcess4"/>
    <dgm:cxn modelId="{01BC131D-54FE-9649-91EF-2CAA583D3FF6}" type="presParOf" srcId="{EAB976F7-4AC4-2349-8F8B-86B259924F08}" destId="{849198A3-5A5D-CE49-9421-0882D01F84EE}" srcOrd="2" destOrd="0" presId="urn:microsoft.com/office/officeart/2005/8/layout/hProcess4"/>
    <dgm:cxn modelId="{1B80BC06-AF84-2E45-A75B-43737D1E16E9}" type="presParOf" srcId="{EAB976F7-4AC4-2349-8F8B-86B259924F08}" destId="{C7E614FA-17D8-C64F-99EA-EAFF96D53BE3}" srcOrd="3" destOrd="0" presId="urn:microsoft.com/office/officeart/2005/8/layout/hProcess4"/>
    <dgm:cxn modelId="{D6DE3577-D20A-8140-ABE7-E80493EF96ED}" type="presParOf" srcId="{EAB976F7-4AC4-2349-8F8B-86B259924F08}" destId="{2FBD3755-1722-5540-A84B-BC6362DC0F7B}" srcOrd="4" destOrd="0" presId="urn:microsoft.com/office/officeart/2005/8/layout/hProcess4"/>
    <dgm:cxn modelId="{02A6049A-03D7-4368-BA00-13F1D2783019}" type="presParOf" srcId="{87C3BD11-26F4-E44F-9012-CA16B81537CE}" destId="{A1E5E89B-F4AE-4FCD-8F29-5198450E41B6}" srcOrd="9" destOrd="0" presId="urn:microsoft.com/office/officeart/2005/8/layout/hProcess4"/>
    <dgm:cxn modelId="{614DD69B-C8C8-48B2-B33E-45231084A21A}" type="presParOf" srcId="{87C3BD11-26F4-E44F-9012-CA16B81537CE}" destId="{34AFF1AE-4AAE-472C-AF9B-1966423D73D2}" srcOrd="10" destOrd="0" presId="urn:microsoft.com/office/officeart/2005/8/layout/hProcess4"/>
    <dgm:cxn modelId="{48834D2B-6F6F-4FE3-9490-B1A38600F44F}" type="presParOf" srcId="{34AFF1AE-4AAE-472C-AF9B-1966423D73D2}" destId="{76265E74-2566-4983-B1CD-24FE9724EE54}" srcOrd="0" destOrd="0" presId="urn:microsoft.com/office/officeart/2005/8/layout/hProcess4"/>
    <dgm:cxn modelId="{8431E7F2-E69D-43AD-A9D8-D2E65C1DF23F}" type="presParOf" srcId="{34AFF1AE-4AAE-472C-AF9B-1966423D73D2}" destId="{F498F241-B89F-41AA-9E07-1EB03DA6265C}" srcOrd="1" destOrd="0" presId="urn:microsoft.com/office/officeart/2005/8/layout/hProcess4"/>
    <dgm:cxn modelId="{45EE6933-78B9-40E7-A192-3FDFC4558EEF}" type="presParOf" srcId="{34AFF1AE-4AAE-472C-AF9B-1966423D73D2}" destId="{E06389F6-8B36-4E3A-8585-2A65B5CE2BD6}" srcOrd="2" destOrd="0" presId="urn:microsoft.com/office/officeart/2005/8/layout/hProcess4"/>
    <dgm:cxn modelId="{16CF1A13-82D2-4B67-871D-E079E4117272}" type="presParOf" srcId="{34AFF1AE-4AAE-472C-AF9B-1966423D73D2}" destId="{F007D5CC-7E46-4163-BF02-290EB48645BD}" srcOrd="3" destOrd="0" presId="urn:microsoft.com/office/officeart/2005/8/layout/hProcess4"/>
    <dgm:cxn modelId="{AB0117A4-5802-4778-B5B2-BB140D4CFB7C}" type="presParOf" srcId="{34AFF1AE-4AAE-472C-AF9B-1966423D73D2}" destId="{F0AD012F-D1C4-4A6E-8DAF-0DA8D2B0B9E3}" srcOrd="4" destOrd="0" presId="urn:microsoft.com/office/officeart/2005/8/layout/h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8EB8E11-6821-481C-AF36-0669F50F0339}" type="doc">
      <dgm:prSet loTypeId="urn:microsoft.com/office/officeart/2005/8/layout/matrix2" loCatId="matrix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A7C2C5A2-33F8-422F-8D70-251B4A1493EC}">
      <dgm:prSet/>
      <dgm:spPr/>
      <dgm:t>
        <a:bodyPr/>
        <a:lstStyle/>
        <a:p>
          <a:endParaRPr lang="en-US" dirty="0"/>
        </a:p>
      </dgm:t>
    </dgm:pt>
    <dgm:pt modelId="{450A508D-9404-4224-82D7-7BB8887AD1E4}" type="parTrans" cxnId="{080EF58A-04BC-455B-BE40-4593F1D04A78}">
      <dgm:prSet/>
      <dgm:spPr/>
      <dgm:t>
        <a:bodyPr/>
        <a:lstStyle/>
        <a:p>
          <a:endParaRPr lang="en-US"/>
        </a:p>
      </dgm:t>
    </dgm:pt>
    <dgm:pt modelId="{B56B138E-9090-4836-B192-1280B0C719F3}" type="sibTrans" cxnId="{080EF58A-04BC-455B-BE40-4593F1D04A78}">
      <dgm:prSet/>
      <dgm:spPr/>
      <dgm:t>
        <a:bodyPr/>
        <a:lstStyle/>
        <a:p>
          <a:endParaRPr lang="en-US"/>
        </a:p>
      </dgm:t>
    </dgm:pt>
    <dgm:pt modelId="{FFB75943-EC92-4DBE-83F5-EB2AD54A1BF2}">
      <dgm:prSet/>
      <dgm:spPr/>
      <dgm:t>
        <a:bodyPr/>
        <a:lstStyle/>
        <a:p>
          <a:endParaRPr lang="en-US" dirty="0">
            <a:solidFill>
              <a:schemeClr val="tx1"/>
            </a:solidFill>
          </a:endParaRPr>
        </a:p>
      </dgm:t>
    </dgm:pt>
    <dgm:pt modelId="{F0949314-F898-427B-B160-F5117B2DE1C0}" type="parTrans" cxnId="{5F9694D7-D948-432B-8537-A4139F6F1849}">
      <dgm:prSet/>
      <dgm:spPr/>
      <dgm:t>
        <a:bodyPr/>
        <a:lstStyle/>
        <a:p>
          <a:endParaRPr lang="en-US"/>
        </a:p>
      </dgm:t>
    </dgm:pt>
    <dgm:pt modelId="{5C754C50-FF88-473A-9AA8-24B4D9AC6979}" type="sibTrans" cxnId="{5F9694D7-D948-432B-8537-A4139F6F1849}">
      <dgm:prSet/>
      <dgm:spPr/>
      <dgm:t>
        <a:bodyPr/>
        <a:lstStyle/>
        <a:p>
          <a:endParaRPr lang="en-US"/>
        </a:p>
      </dgm:t>
    </dgm:pt>
    <dgm:pt modelId="{6FE003A5-FC88-4CEB-A90C-9EC94F600A4B}">
      <dgm:prSet/>
      <dgm:spPr/>
      <dgm:t>
        <a:bodyPr/>
        <a:lstStyle/>
        <a:p>
          <a:endParaRPr lang="en-US" b="0" dirty="0">
            <a:solidFill>
              <a:schemeClr val="tx1"/>
            </a:solidFill>
          </a:endParaRPr>
        </a:p>
      </dgm:t>
    </dgm:pt>
    <dgm:pt modelId="{500F84AE-9B99-4001-BFF2-20FC9B9029CB}" type="parTrans" cxnId="{67C6A1AD-1681-4ACF-9B4C-DCE19E996679}">
      <dgm:prSet/>
      <dgm:spPr/>
      <dgm:t>
        <a:bodyPr/>
        <a:lstStyle/>
        <a:p>
          <a:endParaRPr lang="en-US"/>
        </a:p>
      </dgm:t>
    </dgm:pt>
    <dgm:pt modelId="{DBF1CA47-F96C-47C7-B29D-5830B34B4476}" type="sibTrans" cxnId="{67C6A1AD-1681-4ACF-9B4C-DCE19E996679}">
      <dgm:prSet/>
      <dgm:spPr/>
      <dgm:t>
        <a:bodyPr/>
        <a:lstStyle/>
        <a:p>
          <a:endParaRPr lang="en-US"/>
        </a:p>
      </dgm:t>
    </dgm:pt>
    <dgm:pt modelId="{8D6236EC-C649-4357-A92E-AE3ED7F1D058}">
      <dgm:prSet/>
      <dgm:spPr/>
      <dgm:t>
        <a:bodyPr/>
        <a:lstStyle/>
        <a:p>
          <a:endParaRPr lang="en-US" dirty="0">
            <a:solidFill>
              <a:schemeClr val="tx1"/>
            </a:solidFill>
          </a:endParaRPr>
        </a:p>
      </dgm:t>
    </dgm:pt>
    <dgm:pt modelId="{0D2D4FD7-4D42-4D5B-B26A-8312597E5AE4}" type="parTrans" cxnId="{F24DEEDC-AD53-4553-9D5F-C3AD7EBCA823}">
      <dgm:prSet/>
      <dgm:spPr/>
      <dgm:t>
        <a:bodyPr/>
        <a:lstStyle/>
        <a:p>
          <a:endParaRPr lang="en-US"/>
        </a:p>
      </dgm:t>
    </dgm:pt>
    <dgm:pt modelId="{BB91350E-8F2D-4849-A2F7-36E00B7529E2}" type="sibTrans" cxnId="{F24DEEDC-AD53-4553-9D5F-C3AD7EBCA823}">
      <dgm:prSet/>
      <dgm:spPr/>
      <dgm:t>
        <a:bodyPr/>
        <a:lstStyle/>
        <a:p>
          <a:endParaRPr lang="en-US"/>
        </a:p>
      </dgm:t>
    </dgm:pt>
    <dgm:pt modelId="{BA5A1B45-82F7-436C-BAB3-09CD26C601DF}" type="pres">
      <dgm:prSet presAssocID="{D8EB8E11-6821-481C-AF36-0669F50F0339}" presName="matrix" presStyleCnt="0">
        <dgm:presLayoutVars>
          <dgm:chMax val="1"/>
          <dgm:dir/>
          <dgm:resizeHandles val="exact"/>
        </dgm:presLayoutVars>
      </dgm:prSet>
      <dgm:spPr/>
    </dgm:pt>
    <dgm:pt modelId="{CC551191-F09E-4F8E-8502-B1CD718E0C8B}" type="pres">
      <dgm:prSet presAssocID="{D8EB8E11-6821-481C-AF36-0669F50F0339}" presName="axisShape" presStyleLbl="bgShp" presStyleIdx="0" presStyleCnt="1" custScaleX="159582"/>
      <dgm:spPr/>
    </dgm:pt>
    <dgm:pt modelId="{C9A767A0-53C4-48A2-ADDE-E4E7767ECE1B}" type="pres">
      <dgm:prSet presAssocID="{D8EB8E11-6821-481C-AF36-0669F50F0339}" presName="rect1" presStyleLbl="node1" presStyleIdx="0" presStyleCnt="4" custScaleX="154985" custLinFactNeighborX="-44710" custLinFactNeighborY="856">
        <dgm:presLayoutVars>
          <dgm:chMax val="0"/>
          <dgm:chPref val="0"/>
          <dgm:bulletEnabled val="1"/>
        </dgm:presLayoutVars>
      </dgm:prSet>
      <dgm:spPr/>
    </dgm:pt>
    <dgm:pt modelId="{E7D47CC3-6940-4828-AABE-8F4FB5A0730E}" type="pres">
      <dgm:prSet presAssocID="{D8EB8E11-6821-481C-AF36-0669F50F0339}" presName="rect2" presStyleLbl="node1" presStyleIdx="1" presStyleCnt="4" custScaleX="154985" custLinFactNeighborX="44196">
        <dgm:presLayoutVars>
          <dgm:chMax val="0"/>
          <dgm:chPref val="0"/>
          <dgm:bulletEnabled val="1"/>
        </dgm:presLayoutVars>
      </dgm:prSet>
      <dgm:spPr/>
    </dgm:pt>
    <dgm:pt modelId="{FF3A1643-0FF7-423C-A183-DD3D62C15664}" type="pres">
      <dgm:prSet presAssocID="{D8EB8E11-6821-481C-AF36-0669F50F0339}" presName="rect3" presStyleLbl="node1" presStyleIdx="2" presStyleCnt="4" custScaleX="154985" custLinFactNeighborX="-42997">
        <dgm:presLayoutVars>
          <dgm:chMax val="0"/>
          <dgm:chPref val="0"/>
          <dgm:bulletEnabled val="1"/>
        </dgm:presLayoutVars>
      </dgm:prSet>
      <dgm:spPr/>
    </dgm:pt>
    <dgm:pt modelId="{7C10C34D-EC21-41E4-82F7-244AC8F13DA6}" type="pres">
      <dgm:prSet presAssocID="{D8EB8E11-6821-481C-AF36-0669F50F0339}" presName="rect4" presStyleLbl="node1" presStyleIdx="3" presStyleCnt="4" custScaleX="154985" custLinFactNeighborX="46187">
        <dgm:presLayoutVars>
          <dgm:chMax val="0"/>
          <dgm:chPref val="0"/>
          <dgm:bulletEnabled val="1"/>
        </dgm:presLayoutVars>
      </dgm:prSet>
      <dgm:spPr/>
    </dgm:pt>
  </dgm:ptLst>
  <dgm:cxnLst>
    <dgm:cxn modelId="{E0DF140E-4551-4FAB-981D-F4510B5D505E}" type="presOf" srcId="{FFB75943-EC92-4DBE-83F5-EB2AD54A1BF2}" destId="{E7D47CC3-6940-4828-AABE-8F4FB5A0730E}" srcOrd="0" destOrd="0" presId="urn:microsoft.com/office/officeart/2005/8/layout/matrix2"/>
    <dgm:cxn modelId="{8FAD3027-7481-4D9C-BBBD-09509DBBE78E}" type="presOf" srcId="{D8EB8E11-6821-481C-AF36-0669F50F0339}" destId="{BA5A1B45-82F7-436C-BAB3-09CD26C601DF}" srcOrd="0" destOrd="0" presId="urn:microsoft.com/office/officeart/2005/8/layout/matrix2"/>
    <dgm:cxn modelId="{2306ED59-3C4C-4873-A4B6-03461162B020}" type="presOf" srcId="{8D6236EC-C649-4357-A92E-AE3ED7F1D058}" destId="{7C10C34D-EC21-41E4-82F7-244AC8F13DA6}" srcOrd="0" destOrd="0" presId="urn:microsoft.com/office/officeart/2005/8/layout/matrix2"/>
    <dgm:cxn modelId="{080EF58A-04BC-455B-BE40-4593F1D04A78}" srcId="{D8EB8E11-6821-481C-AF36-0669F50F0339}" destId="{A7C2C5A2-33F8-422F-8D70-251B4A1493EC}" srcOrd="0" destOrd="0" parTransId="{450A508D-9404-4224-82D7-7BB8887AD1E4}" sibTransId="{B56B138E-9090-4836-B192-1280B0C719F3}"/>
    <dgm:cxn modelId="{86AC1A8B-20DA-49EB-96BA-B540E6ECA2E6}" type="presOf" srcId="{A7C2C5A2-33F8-422F-8D70-251B4A1493EC}" destId="{C9A767A0-53C4-48A2-ADDE-E4E7767ECE1B}" srcOrd="0" destOrd="0" presId="urn:microsoft.com/office/officeart/2005/8/layout/matrix2"/>
    <dgm:cxn modelId="{67C6A1AD-1681-4ACF-9B4C-DCE19E996679}" srcId="{D8EB8E11-6821-481C-AF36-0669F50F0339}" destId="{6FE003A5-FC88-4CEB-A90C-9EC94F600A4B}" srcOrd="2" destOrd="0" parTransId="{500F84AE-9B99-4001-BFF2-20FC9B9029CB}" sibTransId="{DBF1CA47-F96C-47C7-B29D-5830B34B4476}"/>
    <dgm:cxn modelId="{F81B29B1-E29E-496C-AEDF-999293B045C5}" type="presOf" srcId="{6FE003A5-FC88-4CEB-A90C-9EC94F600A4B}" destId="{FF3A1643-0FF7-423C-A183-DD3D62C15664}" srcOrd="0" destOrd="0" presId="urn:microsoft.com/office/officeart/2005/8/layout/matrix2"/>
    <dgm:cxn modelId="{5F9694D7-D948-432B-8537-A4139F6F1849}" srcId="{D8EB8E11-6821-481C-AF36-0669F50F0339}" destId="{FFB75943-EC92-4DBE-83F5-EB2AD54A1BF2}" srcOrd="1" destOrd="0" parTransId="{F0949314-F898-427B-B160-F5117B2DE1C0}" sibTransId="{5C754C50-FF88-473A-9AA8-24B4D9AC6979}"/>
    <dgm:cxn modelId="{F24DEEDC-AD53-4553-9D5F-C3AD7EBCA823}" srcId="{D8EB8E11-6821-481C-AF36-0669F50F0339}" destId="{8D6236EC-C649-4357-A92E-AE3ED7F1D058}" srcOrd="3" destOrd="0" parTransId="{0D2D4FD7-4D42-4D5B-B26A-8312597E5AE4}" sibTransId="{BB91350E-8F2D-4849-A2F7-36E00B7529E2}"/>
    <dgm:cxn modelId="{871CD33F-EE6C-4952-8816-CA6BA35ECC94}" type="presParOf" srcId="{BA5A1B45-82F7-436C-BAB3-09CD26C601DF}" destId="{CC551191-F09E-4F8E-8502-B1CD718E0C8B}" srcOrd="0" destOrd="0" presId="urn:microsoft.com/office/officeart/2005/8/layout/matrix2"/>
    <dgm:cxn modelId="{2BEA6C22-ED55-48CB-9930-96B870301F70}" type="presParOf" srcId="{BA5A1B45-82F7-436C-BAB3-09CD26C601DF}" destId="{C9A767A0-53C4-48A2-ADDE-E4E7767ECE1B}" srcOrd="1" destOrd="0" presId="urn:microsoft.com/office/officeart/2005/8/layout/matrix2"/>
    <dgm:cxn modelId="{6DEEF3AC-13B2-4EEE-B358-9769448D1834}" type="presParOf" srcId="{BA5A1B45-82F7-436C-BAB3-09CD26C601DF}" destId="{E7D47CC3-6940-4828-AABE-8F4FB5A0730E}" srcOrd="2" destOrd="0" presId="urn:microsoft.com/office/officeart/2005/8/layout/matrix2"/>
    <dgm:cxn modelId="{25622471-D570-40F6-BCCF-408FC3BADBCE}" type="presParOf" srcId="{BA5A1B45-82F7-436C-BAB3-09CD26C601DF}" destId="{FF3A1643-0FF7-423C-A183-DD3D62C15664}" srcOrd="3" destOrd="0" presId="urn:microsoft.com/office/officeart/2005/8/layout/matrix2"/>
    <dgm:cxn modelId="{A31B8773-5A26-40A4-90A4-86F418143672}" type="presParOf" srcId="{BA5A1B45-82F7-436C-BAB3-09CD26C601DF}" destId="{7C10C34D-EC21-41E4-82F7-244AC8F13DA6}" srcOrd="4" destOrd="0" presId="urn:microsoft.com/office/officeart/2005/8/layout/matrix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BAE249-C8CA-BB42-9B57-E45756F6C7E7}">
      <dsp:nvSpPr>
        <dsp:cNvPr id="0" name=""/>
        <dsp:cNvSpPr/>
      </dsp:nvSpPr>
      <dsp:spPr>
        <a:xfrm>
          <a:off x="100273" y="584852"/>
          <a:ext cx="1633810" cy="148801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lumMod val="9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825" tIns="123825" rIns="123825" bIns="123825" numCol="1" spcCol="1270" anchor="t" anchorCtr="0">
          <a:noAutofit/>
        </a:bodyPr>
        <a:lstStyle/>
        <a:p>
          <a:pPr marL="114300" lvl="1" indent="-114300" algn="just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400" kern="1200" dirty="0"/>
            <a:t>Carga y Limpieza de Datos</a:t>
          </a:r>
        </a:p>
        <a:p>
          <a:pPr marL="114300" lvl="1" indent="-114300" algn="just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400" kern="1200" dirty="0"/>
            <a:t>Visualización de series de tiempo</a:t>
          </a:r>
        </a:p>
      </dsp:txBody>
      <dsp:txXfrm>
        <a:off x="134516" y="619095"/>
        <a:ext cx="1565324" cy="1100667"/>
      </dsp:txXfrm>
    </dsp:sp>
    <dsp:sp modelId="{4DD2EBA9-411C-894F-B046-155EC153DB47}">
      <dsp:nvSpPr>
        <dsp:cNvPr id="0" name=""/>
        <dsp:cNvSpPr/>
      </dsp:nvSpPr>
      <dsp:spPr>
        <a:xfrm>
          <a:off x="969657" y="1633953"/>
          <a:ext cx="2429396" cy="2429396"/>
        </a:xfrm>
        <a:prstGeom prst="leftCircularArrow">
          <a:avLst>
            <a:gd name="adj1" fmla="val 926"/>
            <a:gd name="adj2" fmla="val 108303"/>
            <a:gd name="adj3" fmla="val 5420254"/>
            <a:gd name="adj4" fmla="val 12560930"/>
            <a:gd name="adj5" fmla="val 108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21DE6C-2DD1-B74C-9E60-EE6E7BD79C9A}">
      <dsp:nvSpPr>
        <dsp:cNvPr id="0" name=""/>
        <dsp:cNvSpPr/>
      </dsp:nvSpPr>
      <dsp:spPr>
        <a:xfrm>
          <a:off x="1100979" y="1873040"/>
          <a:ext cx="1034164" cy="428984"/>
        </a:xfrm>
        <a:prstGeom prst="roundRect">
          <a:avLst>
            <a:gd name="adj" fmla="val 10000"/>
          </a:avLst>
        </a:prstGeom>
        <a:solidFill>
          <a:schemeClr val="tx2"/>
        </a:solidFill>
        <a:ln w="12700" cap="flat" cmpd="sng" algn="ctr">
          <a:solidFill>
            <a:schemeClr val="accent4">
              <a:lumMod val="9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b="1" kern="1200" dirty="0">
              <a:solidFill>
                <a:schemeClr val="bg1"/>
              </a:solidFill>
            </a:rPr>
            <a:t>1. EDA</a:t>
          </a:r>
        </a:p>
      </dsp:txBody>
      <dsp:txXfrm>
        <a:off x="1113544" y="1885605"/>
        <a:ext cx="1009034" cy="403854"/>
      </dsp:txXfrm>
    </dsp:sp>
    <dsp:sp modelId="{E1814541-2022-5045-B6D1-3F3D0EEBA670}">
      <dsp:nvSpPr>
        <dsp:cNvPr id="0" name=""/>
        <dsp:cNvSpPr/>
      </dsp:nvSpPr>
      <dsp:spPr>
        <a:xfrm>
          <a:off x="1772281" y="2685637"/>
          <a:ext cx="2079240" cy="207252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825" tIns="123825" rIns="123825" bIns="123825" numCol="1" spcCol="1270" anchor="t" anchorCtr="0">
          <a:noAutofit/>
        </a:bodyPr>
        <a:lstStyle/>
        <a:p>
          <a:pPr marL="114300" lvl="1" indent="-114300" algn="just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400" kern="1200" dirty="0">
              <a:solidFill>
                <a:schemeClr val="tx1"/>
              </a:solidFill>
            </a:rPr>
            <a:t>Usando </a:t>
          </a:r>
          <a:r>
            <a:rPr lang="es-CO" sz="1400" kern="1200" dirty="0" err="1">
              <a:solidFill>
                <a:schemeClr val="tx1"/>
              </a:solidFill>
            </a:rPr>
            <a:t>CoV</a:t>
          </a:r>
          <a:r>
            <a:rPr lang="es-CO" sz="1400" kern="1200" dirty="0">
              <a:solidFill>
                <a:schemeClr val="tx1"/>
              </a:solidFill>
            </a:rPr>
            <a:t> e Intermitencia, se clasifica el tipo de demanda como: Errática, Irregular, </a:t>
          </a:r>
          <a:r>
            <a:rPr lang="es-CO" sz="1400" kern="1200" dirty="0" err="1">
              <a:solidFill>
                <a:schemeClr val="tx1"/>
              </a:solidFill>
            </a:rPr>
            <a:t>Uneven</a:t>
          </a:r>
          <a:r>
            <a:rPr lang="es-CO" sz="1400" kern="1200" dirty="0">
              <a:solidFill>
                <a:schemeClr val="tx1"/>
              </a:solidFill>
            </a:rPr>
            <a:t>, </a:t>
          </a:r>
          <a:r>
            <a:rPr lang="es-CO" sz="1400" kern="1200" dirty="0" err="1">
              <a:solidFill>
                <a:schemeClr val="tx1"/>
              </a:solidFill>
            </a:rPr>
            <a:t>Smooth</a:t>
          </a:r>
          <a:r>
            <a:rPr lang="es-CO" sz="1400" kern="1200" dirty="0">
              <a:solidFill>
                <a:schemeClr val="tx1"/>
              </a:solidFill>
            </a:rPr>
            <a:t>, entre otros, para 26 SKU</a:t>
          </a:r>
          <a:endParaRPr lang="es-MX" sz="1400" kern="1200" dirty="0"/>
        </a:p>
      </dsp:txBody>
      <dsp:txXfrm>
        <a:off x="1819976" y="3177445"/>
        <a:ext cx="1983850" cy="1533023"/>
      </dsp:txXfrm>
    </dsp:sp>
    <dsp:sp modelId="{DAD62425-4757-164F-BD14-684A9B9DC433}">
      <dsp:nvSpPr>
        <dsp:cNvPr id="0" name=""/>
        <dsp:cNvSpPr/>
      </dsp:nvSpPr>
      <dsp:spPr>
        <a:xfrm>
          <a:off x="3046026" y="977651"/>
          <a:ext cx="2167807" cy="2167807"/>
        </a:xfrm>
        <a:prstGeom prst="circularArrow">
          <a:avLst>
            <a:gd name="adj1" fmla="val 1038"/>
            <a:gd name="adj2" fmla="val 121674"/>
            <a:gd name="adj3" fmla="val 17030215"/>
            <a:gd name="adj4" fmla="val 9902910"/>
            <a:gd name="adj5" fmla="val 1211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BFFB2B-5E6A-1640-A142-366DF8254C24}">
      <dsp:nvSpPr>
        <dsp:cNvPr id="0" name=""/>
        <dsp:cNvSpPr/>
      </dsp:nvSpPr>
      <dsp:spPr>
        <a:xfrm>
          <a:off x="2570995" y="2334915"/>
          <a:ext cx="1070552" cy="622826"/>
        </a:xfrm>
        <a:prstGeom prst="roundRect">
          <a:avLst>
            <a:gd name="adj" fmla="val 10000"/>
          </a:avLst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400" b="1" kern="1200" dirty="0">
              <a:solidFill>
                <a:schemeClr val="tx1"/>
              </a:solidFill>
            </a:rPr>
            <a:t>2. Clasificar Demanda</a:t>
          </a:r>
          <a:endParaRPr lang="es-MX" sz="1400" kern="1200" dirty="0">
            <a:solidFill>
              <a:schemeClr val="tx1"/>
            </a:solidFill>
          </a:endParaRPr>
        </a:p>
      </dsp:txBody>
      <dsp:txXfrm>
        <a:off x="2589237" y="2353157"/>
        <a:ext cx="1034068" cy="586342"/>
      </dsp:txXfrm>
    </dsp:sp>
    <dsp:sp modelId="{0277DC59-C216-6041-8674-74C1E747E3CA}">
      <dsp:nvSpPr>
        <dsp:cNvPr id="0" name=""/>
        <dsp:cNvSpPr/>
      </dsp:nvSpPr>
      <dsp:spPr>
        <a:xfrm>
          <a:off x="3495816" y="728343"/>
          <a:ext cx="1970094" cy="132432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825" tIns="123825" rIns="123825" bIns="123825" numCol="1" spcCol="1270" anchor="t" anchorCtr="0">
          <a:noAutofit/>
        </a:bodyPr>
        <a:lstStyle/>
        <a:p>
          <a:pPr marL="114300" lvl="1" indent="-114300" algn="just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400" kern="1200" dirty="0"/>
            <a:t>Para optimizar el proceso, se asigna a cada SKU un subconjunto de modelos aplicables</a:t>
          </a:r>
        </a:p>
      </dsp:txBody>
      <dsp:txXfrm>
        <a:off x="3526292" y="758819"/>
        <a:ext cx="1909142" cy="979588"/>
      </dsp:txXfrm>
    </dsp:sp>
    <dsp:sp modelId="{9D4A6F90-96C1-EF4A-B59B-992AE4DCE9B7}">
      <dsp:nvSpPr>
        <dsp:cNvPr id="0" name=""/>
        <dsp:cNvSpPr/>
      </dsp:nvSpPr>
      <dsp:spPr>
        <a:xfrm>
          <a:off x="5344976" y="1789640"/>
          <a:ext cx="2812701" cy="2812701"/>
        </a:xfrm>
        <a:prstGeom prst="leftCircularArrow">
          <a:avLst>
            <a:gd name="adj1" fmla="val 800"/>
            <a:gd name="adj2" fmla="val 93282"/>
            <a:gd name="adj3" fmla="val 4936798"/>
            <a:gd name="adj4" fmla="val 12092494"/>
            <a:gd name="adj5" fmla="val 933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9E13E0-48B7-1E41-8199-14C6E92177E5}">
      <dsp:nvSpPr>
        <dsp:cNvPr id="0" name=""/>
        <dsp:cNvSpPr/>
      </dsp:nvSpPr>
      <dsp:spPr>
        <a:xfrm>
          <a:off x="4628436" y="1896038"/>
          <a:ext cx="1674884" cy="792523"/>
        </a:xfrm>
        <a:prstGeom prst="roundRect">
          <a:avLst>
            <a:gd name="adj" fmla="val 10000"/>
          </a:avLst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400" b="1" kern="1200" dirty="0">
              <a:solidFill>
                <a:schemeClr val="bg1"/>
              </a:solidFill>
            </a:rPr>
            <a:t>3. Asignación de Modelos por tipo de demanda</a:t>
          </a:r>
          <a:endParaRPr lang="es-MX" sz="1400" kern="1200" dirty="0"/>
        </a:p>
      </dsp:txBody>
      <dsp:txXfrm>
        <a:off x="4651648" y="1919250"/>
        <a:ext cx="1628460" cy="746099"/>
      </dsp:txXfrm>
    </dsp:sp>
    <dsp:sp modelId="{DD8DC6C8-FF88-824E-921B-B1BC358AAF2F}">
      <dsp:nvSpPr>
        <dsp:cNvPr id="0" name=""/>
        <dsp:cNvSpPr/>
      </dsp:nvSpPr>
      <dsp:spPr>
        <a:xfrm>
          <a:off x="6167968" y="3028716"/>
          <a:ext cx="1863794" cy="23514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825" tIns="123825" rIns="123825" bIns="123825" numCol="1" spcCol="1270" anchor="t" anchorCtr="0">
          <a:noAutofit/>
        </a:bodyPr>
        <a:lstStyle/>
        <a:p>
          <a:pPr marL="114300" lvl="1" indent="-114300" algn="just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400" kern="1200" dirty="0"/>
            <a:t>Corrección de </a:t>
          </a:r>
          <a:r>
            <a:rPr lang="es-MX" sz="1400" kern="1200" dirty="0" err="1"/>
            <a:t>outliers</a:t>
          </a:r>
          <a:r>
            <a:rPr lang="es-MX" sz="1400" kern="1200" dirty="0"/>
            <a:t> para cada SKU (valores fuera de 2 desviaciones estándar se reemplazan por los límites).</a:t>
          </a:r>
        </a:p>
      </dsp:txBody>
      <dsp:txXfrm>
        <a:off x="6222081" y="3586712"/>
        <a:ext cx="1755568" cy="1739343"/>
      </dsp:txXfrm>
    </dsp:sp>
    <dsp:sp modelId="{33E6CCDA-EA23-9E42-9358-DA54A58CAAC6}">
      <dsp:nvSpPr>
        <dsp:cNvPr id="0" name=""/>
        <dsp:cNvSpPr/>
      </dsp:nvSpPr>
      <dsp:spPr>
        <a:xfrm>
          <a:off x="7040983" y="649861"/>
          <a:ext cx="2653023" cy="2653023"/>
        </a:xfrm>
        <a:prstGeom prst="circularArrow">
          <a:avLst>
            <a:gd name="adj1" fmla="val 848"/>
            <a:gd name="adj2" fmla="val 99002"/>
            <a:gd name="adj3" fmla="val 14925494"/>
            <a:gd name="adj4" fmla="val 7775518"/>
            <a:gd name="adj5" fmla="val 989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90D26E-EC64-1E43-897C-04C0BBC0FCD6}">
      <dsp:nvSpPr>
        <dsp:cNvPr id="0" name=""/>
        <dsp:cNvSpPr/>
      </dsp:nvSpPr>
      <dsp:spPr>
        <a:xfrm>
          <a:off x="6882156" y="2979803"/>
          <a:ext cx="1310932" cy="462159"/>
        </a:xfrm>
        <a:prstGeom prst="roundRect">
          <a:avLst>
            <a:gd name="adj" fmla="val 10000"/>
          </a:avLst>
        </a:prstGeom>
        <a:solidFill>
          <a:schemeClr val="accent3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400" b="1" kern="1200" dirty="0">
              <a:solidFill>
                <a:schemeClr val="bg1"/>
              </a:solidFill>
            </a:rPr>
            <a:t>4. Corrección </a:t>
          </a:r>
          <a:r>
            <a:rPr lang="es-CO" sz="1400" b="1" kern="1200" dirty="0" err="1">
              <a:solidFill>
                <a:schemeClr val="bg1"/>
              </a:solidFill>
            </a:rPr>
            <a:t>Outliers</a:t>
          </a:r>
          <a:endParaRPr lang="es-MX" sz="1400" kern="1200" dirty="0"/>
        </a:p>
      </dsp:txBody>
      <dsp:txXfrm>
        <a:off x="6895692" y="2993339"/>
        <a:ext cx="1283860" cy="435087"/>
      </dsp:txXfrm>
    </dsp:sp>
    <dsp:sp modelId="{277A75EA-973B-F547-A8E2-BC1436B97E79}">
      <dsp:nvSpPr>
        <dsp:cNvPr id="0" name=""/>
        <dsp:cNvSpPr/>
      </dsp:nvSpPr>
      <dsp:spPr>
        <a:xfrm>
          <a:off x="7121912" y="399869"/>
          <a:ext cx="1740493" cy="13967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825" tIns="123825" rIns="123825" bIns="123825" numCol="1" spcCol="1270" anchor="t" anchorCtr="0">
          <a:noAutofit/>
        </a:bodyPr>
        <a:lstStyle/>
        <a:p>
          <a:pPr marL="114300" lvl="1" indent="-114300" algn="just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400" kern="1200" dirty="0"/>
            <a:t>Se identifican mejores modelos de predicción diaria y luego semanal por SKU.</a:t>
          </a:r>
        </a:p>
      </dsp:txBody>
      <dsp:txXfrm>
        <a:off x="7154056" y="432013"/>
        <a:ext cx="1676205" cy="1033185"/>
      </dsp:txXfrm>
    </dsp:sp>
    <dsp:sp modelId="{A1E5E89B-F4AE-4FCD-8F29-5198450E41B6}">
      <dsp:nvSpPr>
        <dsp:cNvPr id="0" name=""/>
        <dsp:cNvSpPr/>
      </dsp:nvSpPr>
      <dsp:spPr>
        <a:xfrm>
          <a:off x="9135846" y="1644985"/>
          <a:ext cx="2680569" cy="2680569"/>
        </a:xfrm>
        <a:prstGeom prst="leftCircularArrow">
          <a:avLst>
            <a:gd name="adj1" fmla="val 839"/>
            <a:gd name="adj2" fmla="val 97966"/>
            <a:gd name="adj3" fmla="val 5765117"/>
            <a:gd name="adj4" fmla="val 12916130"/>
            <a:gd name="adj5" fmla="val 979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E614FA-17D8-C64F-99EA-EAFF96D53BE3}">
      <dsp:nvSpPr>
        <dsp:cNvPr id="0" name=""/>
        <dsp:cNvSpPr/>
      </dsp:nvSpPr>
      <dsp:spPr>
        <a:xfrm>
          <a:off x="8546749" y="1492963"/>
          <a:ext cx="1710007" cy="732481"/>
        </a:xfrm>
        <a:prstGeom prst="roundRect">
          <a:avLst>
            <a:gd name="adj" fmla="val 10000"/>
          </a:avLst>
        </a:prstGeom>
        <a:solidFill>
          <a:schemeClr val="tx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400" b="1" kern="1200" dirty="0">
              <a:solidFill>
                <a:schemeClr val="bg1"/>
              </a:solidFill>
            </a:rPr>
            <a:t>5. Evaluación de Modelos Predictivos</a:t>
          </a:r>
          <a:endParaRPr lang="es-MX" sz="1400" kern="1200" dirty="0"/>
        </a:p>
      </dsp:txBody>
      <dsp:txXfrm>
        <a:off x="8568203" y="1514417"/>
        <a:ext cx="1667099" cy="689573"/>
      </dsp:txXfrm>
    </dsp:sp>
    <dsp:sp modelId="{F498F241-B89F-41AA-9E07-1EB03DA6265C}">
      <dsp:nvSpPr>
        <dsp:cNvPr id="0" name=""/>
        <dsp:cNvSpPr/>
      </dsp:nvSpPr>
      <dsp:spPr>
        <a:xfrm>
          <a:off x="9517823" y="3240800"/>
          <a:ext cx="1963916" cy="141527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825" tIns="123825" rIns="123825" bIns="123825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400" kern="1200" dirty="0"/>
            <a:t>Resumen final con gráfico por serie de tiempo, mejor modelo y métrica de error.</a:t>
          </a:r>
        </a:p>
      </dsp:txBody>
      <dsp:txXfrm>
        <a:off x="9550392" y="3576642"/>
        <a:ext cx="1898778" cy="1046864"/>
      </dsp:txXfrm>
    </dsp:sp>
    <dsp:sp modelId="{F007D5CC-7E46-4163-BF02-290EB48645BD}">
      <dsp:nvSpPr>
        <dsp:cNvPr id="0" name=""/>
        <dsp:cNvSpPr/>
      </dsp:nvSpPr>
      <dsp:spPr>
        <a:xfrm>
          <a:off x="9753267" y="2761938"/>
          <a:ext cx="1316186" cy="7598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400" b="1" kern="1200" dirty="0"/>
            <a:t>6. Resumen y Visualización de Resultados</a:t>
          </a:r>
        </a:p>
      </dsp:txBody>
      <dsp:txXfrm>
        <a:off x="9775522" y="2784193"/>
        <a:ext cx="1271676" cy="71534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551191-F09E-4F8E-8502-B1CD718E0C8B}">
      <dsp:nvSpPr>
        <dsp:cNvPr id="0" name=""/>
        <dsp:cNvSpPr/>
      </dsp:nvSpPr>
      <dsp:spPr>
        <a:xfrm>
          <a:off x="700599" y="0"/>
          <a:ext cx="8641818" cy="5415283"/>
        </a:xfrm>
        <a:prstGeom prst="quadArrow">
          <a:avLst>
            <a:gd name="adj1" fmla="val 2000"/>
            <a:gd name="adj2" fmla="val 4000"/>
            <a:gd name="adj3" fmla="val 5000"/>
          </a:avLst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A767A0-53C4-48A2-ADDE-E4E7767ECE1B}">
      <dsp:nvSpPr>
        <dsp:cNvPr id="0" name=""/>
        <dsp:cNvSpPr/>
      </dsp:nvSpPr>
      <dsp:spPr>
        <a:xfrm>
          <a:off x="1101871" y="370535"/>
          <a:ext cx="3357151" cy="2166113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500" kern="1200" dirty="0"/>
        </a:p>
      </dsp:txBody>
      <dsp:txXfrm>
        <a:off x="1207612" y="476276"/>
        <a:ext cx="3145669" cy="1954631"/>
      </dsp:txXfrm>
    </dsp:sp>
    <dsp:sp modelId="{E7D47CC3-6940-4828-AABE-8F4FB5A0730E}">
      <dsp:nvSpPr>
        <dsp:cNvPr id="0" name=""/>
        <dsp:cNvSpPr/>
      </dsp:nvSpPr>
      <dsp:spPr>
        <a:xfrm>
          <a:off x="5572860" y="351993"/>
          <a:ext cx="3357151" cy="2166113"/>
        </a:xfrm>
        <a:prstGeom prst="roundRect">
          <a:avLst/>
        </a:prstGeom>
        <a:solidFill>
          <a:schemeClr val="accent4">
            <a:hueOff val="-2412711"/>
            <a:satOff val="-3341"/>
            <a:lumOff val="-1098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500" kern="1200" dirty="0">
            <a:solidFill>
              <a:schemeClr val="tx1"/>
            </a:solidFill>
          </a:endParaRPr>
        </a:p>
      </dsp:txBody>
      <dsp:txXfrm>
        <a:off x="5678601" y="457734"/>
        <a:ext cx="3145669" cy="1954631"/>
      </dsp:txXfrm>
    </dsp:sp>
    <dsp:sp modelId="{FF3A1643-0FF7-423C-A183-DD3D62C15664}">
      <dsp:nvSpPr>
        <dsp:cNvPr id="0" name=""/>
        <dsp:cNvSpPr/>
      </dsp:nvSpPr>
      <dsp:spPr>
        <a:xfrm>
          <a:off x="1138977" y="2897176"/>
          <a:ext cx="3357151" cy="2166113"/>
        </a:xfrm>
        <a:prstGeom prst="roundRect">
          <a:avLst/>
        </a:prstGeom>
        <a:solidFill>
          <a:schemeClr val="accent4">
            <a:hueOff val="-4825422"/>
            <a:satOff val="-6681"/>
            <a:lumOff val="-2196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500" b="0" kern="1200" dirty="0">
            <a:solidFill>
              <a:schemeClr val="tx1"/>
            </a:solidFill>
          </a:endParaRPr>
        </a:p>
      </dsp:txBody>
      <dsp:txXfrm>
        <a:off x="1244718" y="3002917"/>
        <a:ext cx="3145669" cy="1954631"/>
      </dsp:txXfrm>
    </dsp:sp>
    <dsp:sp modelId="{7C10C34D-EC21-41E4-82F7-244AC8F13DA6}">
      <dsp:nvSpPr>
        <dsp:cNvPr id="0" name=""/>
        <dsp:cNvSpPr/>
      </dsp:nvSpPr>
      <dsp:spPr>
        <a:xfrm>
          <a:off x="5615987" y="2897176"/>
          <a:ext cx="3357151" cy="2166113"/>
        </a:xfrm>
        <a:prstGeom prst="roundRect">
          <a:avLst/>
        </a:prstGeom>
        <a:solidFill>
          <a:schemeClr val="accent4">
            <a:hueOff val="-7238133"/>
            <a:satOff val="-10022"/>
            <a:lumOff val="-3294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500" kern="1200" dirty="0">
            <a:solidFill>
              <a:schemeClr val="tx1"/>
            </a:solidFill>
          </a:endParaRPr>
        </a:p>
      </dsp:txBody>
      <dsp:txXfrm>
        <a:off x="5721728" y="3002917"/>
        <a:ext cx="3145669" cy="195463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4">
  <dgm:title val=""/>
  <dgm:desc val=""/>
  <dgm:catLst>
    <dgm:cat type="process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tSp" refType="w"/>
      <dgm:constr type="h" for="ch" forName="tSp" refType="h" fact="0.15"/>
      <dgm:constr type="l" for="ch" forName="tSp"/>
      <dgm:constr type="t" for="ch" forName="tSp"/>
      <dgm:constr type="w" for="ch" forName="bSp" refType="w"/>
      <dgm:constr type="h" for="ch" forName="bSp" refType="h" fact="0.15"/>
      <dgm:constr type="l" for="ch" forName="bSp"/>
      <dgm:constr type="t" for="ch" forName="bSp" refType="h" fact="0.85"/>
      <dgm:constr type="w" for="ch" forName="process" refType="w"/>
      <dgm:constr type="h" for="ch" forName="process" refType="h" fact="0.7"/>
      <dgm:constr type="l" for="ch" forName="process"/>
      <dgm:constr type="t" for="ch" forName="process" refType="h" fact="0.15"/>
    </dgm:constrLst>
    <dgm:ruleLst/>
    <dgm:layoutNode name="t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b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rocess">
      <dgm:choose name="Name1">
        <dgm:if name="Name2" func="var" arg="dir" op="equ" val="norm">
          <dgm:alg type="lin">
            <dgm:param type="linDir" val="fromL"/>
          </dgm:alg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1" refType="w"/>
        <dgm:constr type="w" for="ch" forName="composite2" refType="w" refFor="ch" refForName="composite1" op="equ"/>
        <dgm:constr type="h" for="ch" forName="composite1" refType="h"/>
        <dgm:constr type="h" for="ch" forName="composite2" refType="h" refFor="ch" refForName="composite1" op="equ"/>
        <dgm:constr type="primFontSz" for="des" forName="parentNode1" val="65"/>
        <dgm:constr type="primFontSz" for="des" forName="parentNode2" refType="primFontSz" refFor="des" refForName="parentNode1" op="equ"/>
        <dgm:constr type="secFontSz" for="des" forName="childNode1tx" val="65"/>
        <dgm:constr type="secFontSz" for="des" forName="childNode2tx" refType="secFontSz" refFor="des" refForName="childNode1tx" op="equ"/>
        <dgm:constr type="w" for="des" ptType="sibTrans" refType="w" refFor="ch" refForName="composite1" op="equ" fact="0.05"/>
      </dgm:constrLst>
      <dgm:ruleLst/>
      <dgm:forEach name="Name4" axis="ch" ptType="node" step="2">
        <dgm:layoutNode name="composite1">
          <dgm:alg type="composite">
            <dgm:param type="ar" val="0.943"/>
          </dgm:alg>
          <dgm:shape xmlns:r="http://schemas.openxmlformats.org/officeDocument/2006/relationships" r:blip="">
            <dgm:adjLst/>
          </dgm:shape>
          <dgm:presOf/>
          <dgm:choose name="Name5">
            <dgm:if name="Name6" func="var" arg="dir" op="equ" val="norm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 refType="w" fact="0.2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35"/>
              </dgm:constrLst>
            </dgm:if>
            <dgm:else name="Name7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 refType="w" fact="0.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 refType="w" fact="0.1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65"/>
              </dgm:constrLst>
            </dgm:else>
          </dgm:choose>
          <dgm:ruleLst/>
          <dgm:layoutNode name="dummyNode1">
            <dgm:alg type="sp"/>
            <dgm:shape xmlns:r="http://schemas.openxmlformats.org/officeDocument/2006/relationships" type="rect" r:blip="" hideGeom="1">
              <dgm:adjLst/>
            </dgm:shape>
            <dgm:presOf/>
            <dgm:constrLst/>
            <dgm:ruleLst/>
          </dgm:layoutNode>
          <dgm:layoutNode name="childNode1" styleLbl="bgAcc1">
            <dgm:varLst>
              <dgm:bulletEnabled val="1"/>
            </dgm:varLst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/>
            <dgm:ruleLst/>
          </dgm:layoutNode>
          <dgm:layoutNode name="childNode1tx" styleLbl="bgAcc1">
            <dgm:varLst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 axis="des" ptType="node"/>
            <dgm:constrLst>
              <dgm:constr type="secFontSz" val="65"/>
              <dgm:constr type="primFontSz" refType="secFontSz"/>
              <dgm:constr type="tMarg" refType="secFontSz" fact="0.15"/>
              <dgm:constr type="bMarg" refType="secFontSz" fact="0.15"/>
              <dgm:constr type="lMarg" refType="secFontSz" fact="0.15"/>
              <dgm:constr type="rMarg" refType="secFontSz" fact="0.15"/>
            </dgm:constrLst>
            <dgm:ruleLst>
              <dgm:rule type="secFontSz" val="5" fact="NaN" max="NaN"/>
            </dgm:ruleLst>
          </dgm:layoutNode>
          <dgm:layoutNode name="parentNode1" styleLbl="node1">
            <dgm:varLst>
              <dgm:chMax val="1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1"/>
              <dgm:constr type="bMarg" refType="primFontSz" fact="0.1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  <dgm:layoutNode name="connSite1" moveWith="childNode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forEach name="Name8" axis="followSib" ptType="sibTrans" cnt="1">
          <dgm:layoutNode name="Name9">
            <dgm:alg type="conn">
              <dgm:param type="connRout" val="curve"/>
              <dgm:param type="srcNode" val="parentNode1"/>
              <dgm:param type="dstNode" val="connSite2"/>
              <dgm:param type="begPts" val="bCtr"/>
              <dgm:param type="endPts" val="bCtr"/>
            </dgm:alg>
            <dgm:shape xmlns:r="http://schemas.openxmlformats.org/officeDocument/2006/relationships" type="conn" r:blip="" zOrderOff="-2">
              <dgm:adjLst/>
            </dgm:shape>
            <dgm:presOf axis="self"/>
            <dgm:choose name="Name10">
              <dgm:if name="Name11" func="var" arg="dir" op="equ" val="norm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-1.15"/>
                  <dgm:constr type="begPad"/>
                  <dgm:constr type="endPad"/>
                </dgm:constrLst>
              </dgm:if>
              <dgm:else name="Name12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1.15"/>
                  <dgm:constr type="begPad"/>
                  <dgm:constr type="endPad"/>
                </dgm:constrLst>
              </dgm:else>
            </dgm:choose>
            <dgm:ruleLst/>
          </dgm:layoutNode>
        </dgm:forEach>
        <dgm:forEach name="Name13" axis="followSib" ptType="node" cnt="1">
          <dgm:layoutNode name="composite2">
            <dgm:alg type="composite">
              <dgm:param type="ar" val="0.943"/>
            </dgm:alg>
            <dgm:shape xmlns:r="http://schemas.openxmlformats.org/officeDocument/2006/relationships" r:blip="">
              <dgm:adjLst/>
            </dgm:shape>
            <dgm:presOf/>
            <dgm:choose name="Name14">
              <dgm:if name="Name15" func="var" arg="dir" op="equ" val="norm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 refType="w" fact="0.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25"/>
                </dgm:constrLst>
              </dgm:if>
              <dgm:else name="Name16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 refType="w" fact="0.1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 refType="w" fact="0.1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85"/>
                </dgm:constrLst>
              </dgm:else>
            </dgm:choose>
            <dgm:ruleLst/>
            <dgm:layoutNode name="dummyNode2">
              <dgm:alg type="sp"/>
              <dgm:shape xmlns:r="http://schemas.openxmlformats.org/officeDocument/2006/relationships" type="rect" r:blip="" hideGeom="1">
                <dgm:adjLst/>
              </dgm:shape>
              <dgm:presOf/>
              <dgm:constrLst/>
              <dgm:ruleLst/>
            </dgm:layoutNode>
            <dgm:layoutNode name="childNode2" styleLbl="bgAcc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des" ptType="node"/>
              <dgm:constrLst/>
              <dgm:ruleLst/>
            </dgm:layoutNode>
            <dgm:layoutNode name="childNode2tx" styleLbl="bgAcc1">
              <dgm:varLst>
                <dgm:bulletEnabled val="1"/>
              </dgm:varLst>
              <dgm:alg type="tx">
                <dgm:param type="stBulletLvl" val="1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15"/>
                <dgm:constr type="bMarg" refType="secFontSz" fact="0.15"/>
                <dgm:constr type="lMarg" refType="secFontSz" fact="0.15"/>
                <dgm:constr type="rMarg" refType="secFontSz" fact="0.15"/>
              </dgm:constrLst>
              <dgm:ruleLst>
                <dgm:rule type="secFontSz" val="5" fact="NaN" max="NaN"/>
              </dgm:ruleLst>
            </dgm:layoutNode>
            <dgm:layoutNode name="parentNode2" styleLbl="node1">
              <dgm:varLst>
                <dgm:chMax val="0"/>
                <dgm:bulletEnabled val="1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connSite2" moveWith="childNode2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layoutNode>
          <dgm:forEach name="Name17" axis="followSib" ptType="sibTrans" cnt="1">
            <dgm:layoutNode name="Name18">
              <dgm:alg type="conn">
                <dgm:param type="connRout" val="curve"/>
                <dgm:param type="srcNode" val="parentNode2"/>
                <dgm:param type="dstNode" val="connSite1"/>
                <dgm:param type="begPts" val="tCtr"/>
                <dgm:param type="endPts" val="tCtr"/>
              </dgm:alg>
              <dgm:shape xmlns:r="http://schemas.openxmlformats.org/officeDocument/2006/relationships" type="conn" r:blip="" zOrderOff="-2">
                <dgm:adjLst/>
              </dgm:shape>
              <dgm:presOf axis="self"/>
              <dgm:choose name="Name19">
                <dgm:if name="Name20" func="var" arg="dir" op="equ" val="norm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1.15"/>
                    <dgm:constr type="begPad"/>
                    <dgm:constr type="endPad"/>
                  </dgm:constrLst>
                </dgm:if>
                <dgm:else name="Name21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-1.15"/>
                    <dgm:constr type="begPad"/>
                    <dgm:constr type="endPad"/>
                  </dgm:constrLst>
                </dgm:else>
              </dgm:choose>
              <dgm:ruleLst/>
            </dgm:layoutNode>
          </dgm:forEach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matrix2">
  <dgm:title val=""/>
  <dgm:desc val=""/>
  <dgm:catLst>
    <dgm:cat type="matrix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axisShape" refType="w"/>
          <dgm:constr type="h" for="ch" forName="axisShape" refType="h"/>
          <dgm:constr type="w" for="ch" forName="rect1" refType="w" fact="0.4"/>
          <dgm:constr type="h" for="ch" forName="rect1" refType="w" fact="0.4"/>
          <dgm:constr type="l" for="ch" forName="rect1" refType="w" fact="0.065"/>
          <dgm:constr type="t" for="ch" forName="rect1" refType="h" fact="0.065"/>
          <dgm:constr type="w" for="ch" forName="rect2" refType="w" fact="0.4"/>
          <dgm:constr type="h" for="ch" forName="rect2" refType="h" fact="0.4"/>
          <dgm:constr type="r" for="ch" forName="rect2" refType="w" fact="0.935"/>
          <dgm:constr type="t" for="ch" forName="rect2" refType="h" fact="0.065"/>
          <dgm:constr type="w" for="ch" forName="rect3" refType="w" fact="0.4"/>
          <dgm:constr type="h" for="ch" forName="rect3" refType="w" fact="0.4"/>
          <dgm:constr type="l" for="ch" forName="rect3" refType="w" fact="0.065"/>
          <dgm:constr type="b" for="ch" forName="rect3" refType="h" fact="0.935"/>
          <dgm:constr type="w" for="ch" forName="rect4" refType="w" fact="0.4"/>
          <dgm:constr type="h" for="ch" forName="rect4" refType="h" fact="0.4"/>
          <dgm:constr type="r" for="ch" forName="rect4" refType="w" fact="0.935"/>
          <dgm:constr type="b" for="ch" forName="rect4" refType="h" fact="0.935"/>
        </dgm:constrLst>
      </dgm:if>
      <dgm:else name="Name2">
        <dgm:constrLst>
          <dgm:constr type="primFontSz" for="ch" ptType="node" op="equ" val="65"/>
          <dgm:constr type="w" for="ch" forName="axisShape" refType="w"/>
          <dgm:constr type="h" for="ch" forName="axisShape" refType="h"/>
          <dgm:constr type="w" for="ch" forName="rect1" refType="w" fact="0.4"/>
          <dgm:constr type="h" for="ch" forName="rect1" refType="w" fact="0.4"/>
          <dgm:constr type="r" for="ch" forName="rect1" refType="w" fact="0.935"/>
          <dgm:constr type="t" for="ch" forName="rect1" refType="h" fact="0.065"/>
          <dgm:constr type="w" for="ch" forName="rect2" refType="w" fact="0.4"/>
          <dgm:constr type="h" for="ch" forName="rect2" refType="h" fact="0.4"/>
          <dgm:constr type="l" for="ch" forName="rect2" refType="w" fact="0.065"/>
          <dgm:constr type="t" for="ch" forName="rect2" refType="h" fact="0.065"/>
          <dgm:constr type="w" for="ch" forName="rect3" refType="w" fact="0.4"/>
          <dgm:constr type="h" for="ch" forName="rect3" refType="w" fact="0.4"/>
          <dgm:constr type="r" for="ch" forName="rect3" refType="w" fact="0.935"/>
          <dgm:constr type="b" for="ch" forName="rect3" refType="h" fact="0.935"/>
          <dgm:constr type="w" for="ch" forName="rect4" refType="w" fact="0.4"/>
          <dgm:constr type="h" for="ch" forName="rect4" refType="h" fact="0.4"/>
          <dgm:constr type="l" for="ch" forName="rect4" refType="w" fact="0.065"/>
          <dgm:constr type="b" for="ch" forName="rect4" refType="h" fact="0.935"/>
        </dgm:constrLst>
      </dgm:else>
    </dgm:choose>
    <dgm:ruleLst/>
    <dgm:choose name="Name3">
      <dgm:if name="Name4" axis="ch" ptType="node" func="cnt" op="gte" val="1">
        <dgm:layoutNode name="axisShape" styleLbl="bgShp">
          <dgm:alg type="sp"/>
          <dgm:shape xmlns:r="http://schemas.openxmlformats.org/officeDocument/2006/relationships" type="quadArrow" r:blip="">
            <dgm:adjLst>
              <dgm:adj idx="1" val="0.02"/>
              <dgm:adj idx="2" val="0.04"/>
              <dgm:adj idx="3" val="0.05"/>
            </dgm:adjLst>
          </dgm:shape>
          <dgm:presOf/>
          <dgm:constrLst/>
          <dgm:ruleLst/>
        </dgm:layoutNode>
        <dgm:layoutNode name="rect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defTabSz="608853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defTabSz="608853">
              <a:defRPr sz="1200">
                <a:latin typeface="Calibri" charset="0"/>
              </a:defRPr>
            </a:lvl1pPr>
          </a:lstStyle>
          <a:p>
            <a:pPr>
              <a:defRPr/>
            </a:pPr>
            <a:fld id="{C3FEF5C1-BBCC-3D42-B35E-B39626702928}" type="datetime1">
              <a:rPr lang="en-US"/>
              <a:pPr>
                <a:defRPr/>
              </a:pPr>
              <a:t>06/24/2025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defTabSz="608853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defTabSz="608853">
              <a:defRPr sz="1200">
                <a:latin typeface="Calibri" charset="0"/>
              </a:defRPr>
            </a:lvl1pPr>
          </a:lstStyle>
          <a:p>
            <a:pPr>
              <a:defRPr/>
            </a:pPr>
            <a:fld id="{8A150AC2-2CAD-684B-9F3A-46AC5E45B09D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69973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defTabSz="608853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defTabSz="608853">
              <a:defRPr sz="1200">
                <a:latin typeface="Calibri" charset="0"/>
              </a:defRPr>
            </a:lvl1pPr>
          </a:lstStyle>
          <a:p>
            <a:pPr>
              <a:defRPr/>
            </a:pPr>
            <a:fld id="{D61C9CD6-F72A-9E47-BFED-E6FD178FFA7B}" type="datetime1">
              <a:rPr lang="en-US"/>
              <a:pPr>
                <a:defRPr/>
              </a:pPr>
              <a:t>06/24/2025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defTabSz="608853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defTabSz="608853">
              <a:defRPr sz="1200">
                <a:latin typeface="Calibri" charset="0"/>
              </a:defRPr>
            </a:lvl1pPr>
          </a:lstStyle>
          <a:p>
            <a:pPr>
              <a:defRPr/>
            </a:pPr>
            <a:fld id="{B254687C-0F63-C543-8A00-A10F948442DF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17100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defTabSz="608013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608013" algn="l" defTabSz="608013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1217613" algn="l" defTabSz="608013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825625" algn="l" defTabSz="608013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2435225" algn="l" defTabSz="608013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3044266" algn="l" defTabSz="608853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3119" algn="l" defTabSz="608853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1973" algn="l" defTabSz="608853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0826" algn="l" defTabSz="608853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s-MX" b="1" dirty="0"/>
              <a:t>Fase: Prepare </a:t>
            </a:r>
            <a:r>
              <a:rPr lang="es-MX" b="1" dirty="0" err="1"/>
              <a:t>for</a:t>
            </a:r>
            <a:r>
              <a:rPr lang="es-MX" b="1" dirty="0"/>
              <a:t> </a:t>
            </a:r>
            <a:r>
              <a:rPr lang="es-MX" b="1" dirty="0" err="1"/>
              <a:t>Implementation</a:t>
            </a:r>
            <a:endParaRPr lang="es-MX" b="1" dirty="0"/>
          </a:p>
          <a:p>
            <a:pPr>
              <a:buNone/>
            </a:pPr>
            <a:endParaRPr lang="es-MX" b="1" dirty="0"/>
          </a:p>
          <a:p>
            <a:pPr>
              <a:buNone/>
            </a:pPr>
            <a:r>
              <a:rPr lang="es-MX" b="1" dirty="0"/>
              <a:t>Ubicación en ASUM-DM:</a:t>
            </a:r>
            <a:r>
              <a:rPr lang="es-MX" dirty="0"/>
              <a:t> </a:t>
            </a:r>
            <a:r>
              <a:rPr lang="es-MX" dirty="0" err="1"/>
              <a:t>Analyze</a:t>
            </a:r>
            <a:r>
              <a:rPr lang="es-MX" dirty="0"/>
              <a:t>-</a:t>
            </a:r>
            <a:r>
              <a:rPr lang="es-MX" dirty="0" err="1"/>
              <a:t>Design</a:t>
            </a:r>
            <a:r>
              <a:rPr lang="es-MX" dirty="0"/>
              <a:t>-Configure &amp; </a:t>
            </a:r>
            <a:r>
              <a:rPr lang="es-MX" dirty="0" err="1"/>
              <a:t>Build</a:t>
            </a:r>
            <a:r>
              <a:rPr lang="es-MX" dirty="0"/>
              <a:t> → Prepare </a:t>
            </a:r>
            <a:r>
              <a:rPr lang="es-MX" dirty="0" err="1"/>
              <a:t>for</a:t>
            </a:r>
            <a:r>
              <a:rPr lang="es-MX" dirty="0"/>
              <a:t> </a:t>
            </a:r>
            <a:r>
              <a:rPr lang="es-MX" dirty="0" err="1"/>
              <a:t>Implementation</a:t>
            </a:r>
            <a:endParaRPr lang="es-MX" dirty="0"/>
          </a:p>
          <a:p>
            <a:pPr>
              <a:buNone/>
            </a:pPr>
            <a:r>
              <a:rPr lang="es-MX" dirty="0"/>
              <a:t>Esta actividad marca el </a:t>
            </a:r>
            <a:r>
              <a:rPr lang="es-MX" b="1" dirty="0"/>
              <a:t>inicio formal de la ejecución del proyecto analítico</a:t>
            </a:r>
            <a:r>
              <a:rPr lang="es-MX" dirty="0"/>
              <a:t>, asegurando que todos los componentes —humanos, técnicos y organizativos— estén alineados y listos para avanzar. Su foco está en la </a:t>
            </a:r>
            <a:r>
              <a:rPr lang="es-MX" b="1" dirty="0"/>
              <a:t>planificación detallada</a:t>
            </a:r>
            <a:r>
              <a:rPr lang="es-MX" dirty="0"/>
              <a:t>, la definición de expectativas, y la configuración del equipo y recursos necesarios para la implementación.</a:t>
            </a:r>
          </a:p>
          <a:p>
            <a:pPr>
              <a:buNone/>
            </a:pPr>
            <a:endParaRPr lang="es-MX" dirty="0"/>
          </a:p>
          <a:p>
            <a:pPr>
              <a:buNone/>
            </a:pPr>
            <a:r>
              <a:rPr lang="es-MX" b="1" dirty="0"/>
              <a:t>Tareas Clave</a:t>
            </a:r>
          </a:p>
          <a:p>
            <a:pPr>
              <a:buNone/>
            </a:pPr>
            <a:endParaRPr lang="es-MX" b="1" dirty="0"/>
          </a:p>
          <a:p>
            <a:pPr>
              <a:buNone/>
            </a:pPr>
            <a:r>
              <a:rPr lang="es-MX" b="1" dirty="0" err="1"/>
              <a:t>Liaise</a:t>
            </a:r>
            <a:r>
              <a:rPr lang="es-MX" b="1" dirty="0"/>
              <a:t> </a:t>
            </a:r>
            <a:r>
              <a:rPr lang="es-MX" b="1" dirty="0" err="1"/>
              <a:t>with</a:t>
            </a:r>
            <a:r>
              <a:rPr lang="es-MX" b="1" dirty="0"/>
              <a:t> Sales and </a:t>
            </a:r>
            <a:r>
              <a:rPr lang="es-MX" b="1" dirty="0" err="1"/>
              <a:t>Review</a:t>
            </a:r>
            <a:r>
              <a:rPr lang="es-MX" b="1" dirty="0"/>
              <a:t> Project </a:t>
            </a:r>
            <a:r>
              <a:rPr lang="es-MX" b="1" dirty="0" err="1"/>
              <a:t>Details</a:t>
            </a:r>
            <a:endParaRPr lang="es-MX" b="1" dirty="0"/>
          </a:p>
          <a:p>
            <a:pPr>
              <a:buNone/>
            </a:pPr>
            <a:endParaRPr lang="es-MX" b="1" dirty="0"/>
          </a:p>
          <a:p>
            <a:pPr>
              <a:buFont typeface="Arial" panose="020B0604020202020204" pitchFamily="34" charset="0"/>
              <a:buChar char="•"/>
            </a:pPr>
            <a:r>
              <a:rPr lang="es-MX" b="1" dirty="0"/>
              <a:t>Objetivo:</a:t>
            </a:r>
            <a:r>
              <a:rPr lang="es-MX" dirty="0"/>
              <a:t> Realizar una reunión con el equipo de ventas para alinear expectativas del cliente, supuestos clave, personalidades involucradas y puntos de apalancamiento.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b="1" dirty="0"/>
              <a:t>Valor:</a:t>
            </a:r>
            <a:r>
              <a:rPr lang="es-MX" dirty="0"/>
              <a:t> Facilita la comprensión profunda del cliente y previene malentendidos en etapas posteriores.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b="1" dirty="0"/>
              <a:t>Roles clave:</a:t>
            </a:r>
            <a:endParaRPr lang="es-MX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dirty="0"/>
              <a:t>Data </a:t>
            </a:r>
            <a:r>
              <a:rPr lang="es-MX" dirty="0" err="1"/>
              <a:t>Scientist</a:t>
            </a:r>
            <a:endParaRPr lang="es-MX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dirty="0"/>
              <a:t>Enterprise </a:t>
            </a:r>
            <a:r>
              <a:rPr lang="es-MX" dirty="0" err="1"/>
              <a:t>Architect</a:t>
            </a:r>
            <a:endParaRPr lang="es-MX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dirty="0"/>
              <a:t>SPSS Project Manager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es-MX" dirty="0"/>
          </a:p>
          <a:p>
            <a:pPr>
              <a:buNone/>
            </a:pPr>
            <a:r>
              <a:rPr lang="es-MX" b="1" dirty="0" err="1"/>
              <a:t>Identify</a:t>
            </a:r>
            <a:r>
              <a:rPr lang="es-MX" b="1" dirty="0"/>
              <a:t> </a:t>
            </a:r>
            <a:r>
              <a:rPr lang="es-MX" b="1" dirty="0" err="1"/>
              <a:t>Resources</a:t>
            </a:r>
            <a:endParaRPr lang="es-MX" b="1" dirty="0"/>
          </a:p>
          <a:p>
            <a:pPr>
              <a:buNone/>
            </a:pPr>
            <a:endParaRPr lang="es-MX" b="1" dirty="0"/>
          </a:p>
          <a:p>
            <a:pPr>
              <a:buFont typeface="Arial" panose="020B0604020202020204" pitchFamily="34" charset="0"/>
              <a:buChar char="•"/>
            </a:pPr>
            <a:r>
              <a:rPr lang="es-MX" b="1" dirty="0"/>
              <a:t>Objetivo:</a:t>
            </a:r>
            <a:r>
              <a:rPr lang="es-MX" dirty="0"/>
              <a:t> Identificar los recursos adecuados —humanos, tecnológicos y financieros— que serán necesarios durante la implementación.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b="1" dirty="0"/>
              <a:t>Valor:</a:t>
            </a:r>
            <a:r>
              <a:rPr lang="es-MX" dirty="0"/>
              <a:t> Permite asegurar que el equipo esté completo y disponible para el éxito del proyecto desde el inicio.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b="1" dirty="0"/>
              <a:t>Rol responsable:</a:t>
            </a:r>
            <a:endParaRPr lang="es-MX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dirty="0"/>
              <a:t>SPSS Project Manager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s-MX" dirty="0"/>
          </a:p>
          <a:p>
            <a:pPr>
              <a:buNone/>
            </a:pPr>
            <a:r>
              <a:rPr lang="es-MX" b="1" dirty="0"/>
              <a:t>Roles Involucrados y sus Aportes</a:t>
            </a:r>
          </a:p>
          <a:p>
            <a:pPr>
              <a:buNone/>
            </a:pPr>
            <a:endParaRPr lang="es-MX" b="1" dirty="0"/>
          </a:p>
          <a:p>
            <a:pPr>
              <a:buNone/>
            </a:pPr>
            <a:r>
              <a:rPr lang="es-MX" b="1" dirty="0"/>
              <a:t>Data </a:t>
            </a:r>
            <a:r>
              <a:rPr lang="es-MX" b="1" dirty="0" err="1"/>
              <a:t>Scientist</a:t>
            </a:r>
            <a:r>
              <a:rPr lang="es-MX" b="1" dirty="0"/>
              <a:t> / Data </a:t>
            </a:r>
            <a:r>
              <a:rPr lang="es-MX" b="1" dirty="0" err="1"/>
              <a:t>Miner</a:t>
            </a:r>
            <a:endParaRPr lang="es-MX" b="1" dirty="0"/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Traduce los objetivos del negocio en soluciones analíticas.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Construye y evalúa modelos.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Colabora en las pruebas y despliegue de la solución.</a:t>
            </a:r>
          </a:p>
          <a:p>
            <a:pPr>
              <a:buFont typeface="Arial" panose="020B0604020202020204" pitchFamily="34" charset="0"/>
              <a:buNone/>
            </a:pPr>
            <a:endParaRPr lang="es-MX" dirty="0"/>
          </a:p>
          <a:p>
            <a:pPr>
              <a:buNone/>
            </a:pPr>
            <a:r>
              <a:rPr lang="es-MX" b="1" dirty="0"/>
              <a:t>Enterprise </a:t>
            </a:r>
            <a:r>
              <a:rPr lang="es-MX" b="1" dirty="0" err="1"/>
              <a:t>Architect</a:t>
            </a:r>
            <a:endParaRPr lang="es-MX" b="1" dirty="0"/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Diseña y valida la infraestructura técnica.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Instala y configura IBM SPSS.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Integra la solución con otros sistemas y ambientes.</a:t>
            </a:r>
            <a:r>
              <a:rPr lang="es-MX" b="1" dirty="0"/>
              <a:t> </a:t>
            </a:r>
          </a:p>
          <a:p>
            <a:pPr>
              <a:buFont typeface="Arial" panose="020B0604020202020204" pitchFamily="34" charset="0"/>
              <a:buNone/>
            </a:pPr>
            <a:endParaRPr lang="es-MX" b="1" dirty="0"/>
          </a:p>
          <a:p>
            <a:pPr>
              <a:buFont typeface="Arial" panose="020B0604020202020204" pitchFamily="34" charset="0"/>
              <a:buNone/>
            </a:pPr>
            <a:r>
              <a:rPr lang="es-MX" b="1" dirty="0"/>
              <a:t>SPSS Project Manager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Coordina el proyecto de principio a fin.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Supervisa planificación, recursos, tiempos, costos y riesgos.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Es el puente entre </a:t>
            </a:r>
            <a:r>
              <a:rPr lang="es-MX" dirty="0" err="1"/>
              <a:t>stakeholders</a:t>
            </a:r>
            <a:r>
              <a:rPr lang="es-MX" dirty="0"/>
              <a:t>, ventas y equipo técnico.</a:t>
            </a:r>
          </a:p>
          <a:p>
            <a:pPr>
              <a:buFont typeface="Arial" panose="020B0604020202020204" pitchFamily="34" charset="0"/>
              <a:buNone/>
            </a:pPr>
            <a:endParaRPr lang="es-MX" dirty="0"/>
          </a:p>
          <a:p>
            <a:pPr>
              <a:buNone/>
            </a:pPr>
            <a:r>
              <a:rPr lang="es-MX" b="1" dirty="0"/>
              <a:t>Importancia de “Prepare </a:t>
            </a:r>
            <a:r>
              <a:rPr lang="es-MX" b="1" dirty="0" err="1"/>
              <a:t>for</a:t>
            </a:r>
            <a:r>
              <a:rPr lang="es-MX" b="1" dirty="0"/>
              <a:t> </a:t>
            </a:r>
            <a:r>
              <a:rPr lang="es-MX" b="1" dirty="0" err="1"/>
              <a:t>Implementation</a:t>
            </a:r>
            <a:r>
              <a:rPr lang="es-MX" b="1" dirty="0"/>
              <a:t>”</a:t>
            </a:r>
          </a:p>
          <a:p>
            <a:pPr>
              <a:buNone/>
            </a:pPr>
            <a:endParaRPr lang="es-MX" b="1" dirty="0"/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Establece las </a:t>
            </a:r>
            <a:r>
              <a:rPr lang="es-MX" b="1" dirty="0"/>
              <a:t>bases organizativas y técnicas</a:t>
            </a:r>
            <a:r>
              <a:rPr lang="es-MX" dirty="0"/>
              <a:t> para el proyecto.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Permite una </a:t>
            </a:r>
            <a:r>
              <a:rPr lang="es-MX" b="1" dirty="0"/>
              <a:t>transición fluida entre la planificación y la ejecución</a:t>
            </a:r>
            <a:r>
              <a:rPr lang="es-MX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Reduce el riesgo de fallos por falta de claridad, recursos o coordinación.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Alinea a todas las partes involucradas, asegurando </a:t>
            </a:r>
            <a:r>
              <a:rPr lang="es-MX" b="1" dirty="0"/>
              <a:t>transparencia y control</a:t>
            </a:r>
            <a:r>
              <a:rPr lang="es-MX" dirty="0"/>
              <a:t> desde el inicio.</a:t>
            </a:r>
          </a:p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254687C-0F63-C543-8A00-A10F948442DF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0774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4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3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13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2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7" Type="http://schemas.openxmlformats.org/officeDocument/2006/relationships/image" Target="../media/image4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3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7" Type="http://schemas.openxmlformats.org/officeDocument/2006/relationships/image" Target="../media/image4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3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7" Type="http://schemas.openxmlformats.org/officeDocument/2006/relationships/image" Target="../media/image4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3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A">
    <p:bg>
      <p:bgPr>
        <a:solidFill>
          <a:srgbClr val="5454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2AB9AEDC-188E-354C-A07D-5C3EE040B805}"/>
              </a:ext>
            </a:extLst>
          </p:cNvPr>
          <p:cNvSpPr/>
          <p:nvPr userDrawn="1"/>
        </p:nvSpPr>
        <p:spPr>
          <a:xfrm>
            <a:off x="488455" y="4681925"/>
            <a:ext cx="4171468" cy="991739"/>
          </a:xfrm>
          <a:prstGeom prst="rect">
            <a:avLst/>
          </a:prstGeom>
          <a:solidFill>
            <a:srgbClr val="E4EB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33A07A76-CBC0-1E49-8670-6E1B3AA263E1}"/>
              </a:ext>
            </a:extLst>
          </p:cNvPr>
          <p:cNvSpPr/>
          <p:nvPr userDrawn="1"/>
        </p:nvSpPr>
        <p:spPr>
          <a:xfrm>
            <a:off x="488455" y="2782786"/>
            <a:ext cx="5877176" cy="198264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sp>
        <p:nvSpPr>
          <p:cNvPr id="10" name="Título 9">
            <a:extLst>
              <a:ext uri="{FF2B5EF4-FFF2-40B4-BE49-F238E27FC236}">
                <a16:creationId xmlns:a16="http://schemas.microsoft.com/office/drawing/2014/main" id="{7DE7DF8D-6479-FE4C-9724-9DC214F30E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6779" y="3048000"/>
            <a:ext cx="5397633" cy="1467949"/>
          </a:xfrm>
        </p:spPr>
        <p:txBody>
          <a:bodyPr anchor="b">
            <a:noAutofit/>
          </a:bodyPr>
          <a:lstStyle>
            <a:lvl1pPr>
              <a:defRPr sz="3200" b="0">
                <a:solidFill>
                  <a:srgbClr val="5454E9"/>
                </a:solidFill>
              </a:defRPr>
            </a:lvl1pPr>
          </a:lstStyle>
          <a:p>
            <a:r>
              <a:rPr lang="en-US" err="1"/>
              <a:t>Título</a:t>
            </a:r>
            <a:r>
              <a:rPr lang="en-US"/>
              <a:t> de la </a:t>
            </a:r>
            <a:r>
              <a:rPr lang="en-US" err="1"/>
              <a:t>presentación</a:t>
            </a:r>
            <a:endParaRPr lang="es-CO"/>
          </a:p>
        </p:txBody>
      </p:sp>
      <p:sp>
        <p:nvSpPr>
          <p:cNvPr id="13" name="Marcador de texto 11">
            <a:extLst>
              <a:ext uri="{FF2B5EF4-FFF2-40B4-BE49-F238E27FC236}">
                <a16:creationId xmlns:a16="http://schemas.microsoft.com/office/drawing/2014/main" id="{68424664-B54D-8AA3-6F33-12416094FBA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779" y="4942976"/>
            <a:ext cx="3736676" cy="522287"/>
          </a:xfrm>
          <a:prstGeom prst="rect">
            <a:avLst/>
          </a:prstGeom>
        </p:spPr>
        <p:txBody>
          <a:bodyPr anchor="t"/>
          <a:lstStyle>
            <a:lvl1pPr algn="l">
              <a:defRPr sz="2000" b="0">
                <a:solidFill>
                  <a:schemeClr val="tx1"/>
                </a:solidFill>
              </a:defRPr>
            </a:lvl1pPr>
          </a:lstStyle>
          <a:p>
            <a:r>
              <a:rPr lang="es-CO"/>
              <a:t>Subtítulo de la presentación</a:t>
            </a: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BB0212C9-E893-9F47-9360-0D6DE02C9B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5560" y="503315"/>
            <a:ext cx="2844412" cy="1188000"/>
          </a:xfrm>
          <a:prstGeom prst="rect">
            <a:avLst/>
          </a:prstGeom>
        </p:spPr>
      </p:pic>
      <p:pic>
        <p:nvPicPr>
          <p:cNvPr id="12" name="Gráfico 11">
            <a:extLst>
              <a:ext uri="{FF2B5EF4-FFF2-40B4-BE49-F238E27FC236}">
                <a16:creationId xmlns:a16="http://schemas.microsoft.com/office/drawing/2014/main" id="{5F74A43B-3477-D645-8C34-676A7A715DD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92050" y="570632"/>
            <a:ext cx="1271215" cy="1123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6327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39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ED8ECD60-A8CA-624A-AB38-8B45C11E5FD2}"/>
              </a:ext>
            </a:extLst>
          </p:cNvPr>
          <p:cNvSpPr/>
          <p:nvPr userDrawn="1"/>
        </p:nvSpPr>
        <p:spPr>
          <a:xfrm>
            <a:off x="5029199" y="-140677"/>
            <a:ext cx="7332786" cy="7174523"/>
          </a:xfrm>
          <a:prstGeom prst="rect">
            <a:avLst/>
          </a:prstGeom>
          <a:solidFill>
            <a:srgbClr val="545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5235861E-BC0D-EA47-B516-5487EB3B1660}"/>
              </a:ext>
            </a:extLst>
          </p:cNvPr>
          <p:cNvSpPr/>
          <p:nvPr userDrawn="1"/>
        </p:nvSpPr>
        <p:spPr>
          <a:xfrm>
            <a:off x="2321169" y="6001831"/>
            <a:ext cx="10040816" cy="1032015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sp>
        <p:nvSpPr>
          <p:cNvPr id="10" name="Título 9">
            <a:extLst>
              <a:ext uri="{FF2B5EF4-FFF2-40B4-BE49-F238E27FC236}">
                <a16:creationId xmlns:a16="http://schemas.microsoft.com/office/drawing/2014/main" id="{7DE7DF8D-6479-FE4C-9724-9DC214F30E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30982" y="2078183"/>
            <a:ext cx="6400800" cy="1909168"/>
          </a:xfrm>
        </p:spPr>
        <p:txBody>
          <a:bodyPr anchor="b">
            <a:noAutofit/>
          </a:bodyPr>
          <a:lstStyle>
            <a:lvl1pPr>
              <a:defRPr sz="3200" b="0">
                <a:solidFill>
                  <a:schemeClr val="bg1"/>
                </a:solidFill>
              </a:defRPr>
            </a:lvl1pPr>
          </a:lstStyle>
          <a:p>
            <a:r>
              <a:rPr lang="en-US" err="1"/>
              <a:t>Título</a:t>
            </a:r>
            <a:r>
              <a:rPr lang="en-US"/>
              <a:t> de la </a:t>
            </a:r>
            <a:r>
              <a:rPr lang="en-US" err="1"/>
              <a:t>presentación</a:t>
            </a:r>
            <a:endParaRPr lang="es-CO"/>
          </a:p>
        </p:txBody>
      </p:sp>
      <p:sp>
        <p:nvSpPr>
          <p:cNvPr id="13" name="Marcador de texto 11">
            <a:extLst>
              <a:ext uri="{FF2B5EF4-FFF2-40B4-BE49-F238E27FC236}">
                <a16:creationId xmlns:a16="http://schemas.microsoft.com/office/drawing/2014/main" id="{68424664-B54D-8AA3-6F33-12416094FBA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25029" y="4139088"/>
            <a:ext cx="6411722" cy="668439"/>
          </a:xfrm>
          <a:prstGeom prst="rect">
            <a:avLst/>
          </a:prstGeom>
        </p:spPr>
        <p:txBody>
          <a:bodyPr anchor="t"/>
          <a:lstStyle>
            <a:lvl1pPr marL="455613" marR="0" indent="-455613" algn="l" defTabSz="608013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400" b="0">
                <a:solidFill>
                  <a:schemeClr val="bg1"/>
                </a:solidFill>
              </a:defRPr>
            </a:lvl1pPr>
          </a:lstStyle>
          <a:p>
            <a:pPr marL="455613" marR="0" lvl="0" indent="-455613" algn="l" defTabSz="608013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s-CO"/>
              <a:t>Subtítulo de la presentación</a:t>
            </a:r>
          </a:p>
        </p:txBody>
      </p:sp>
      <p:sp>
        <p:nvSpPr>
          <p:cNvPr id="11" name="Marcador de texto 11">
            <a:extLst>
              <a:ext uri="{FF2B5EF4-FFF2-40B4-BE49-F238E27FC236}">
                <a16:creationId xmlns:a16="http://schemas.microsoft.com/office/drawing/2014/main" id="{2A0A2418-5809-4046-953D-5D104B68C87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37247" y="6167424"/>
            <a:ext cx="6411722" cy="522287"/>
          </a:xfrm>
          <a:prstGeom prst="rect">
            <a:avLst/>
          </a:prstGeom>
        </p:spPr>
        <p:txBody>
          <a:bodyPr anchor="t"/>
          <a:lstStyle>
            <a:lvl1pPr algn="l">
              <a:defRPr sz="1800" b="0">
                <a:solidFill>
                  <a:schemeClr val="bg1"/>
                </a:solidFill>
              </a:defRPr>
            </a:lvl1pPr>
          </a:lstStyle>
          <a:p>
            <a:r>
              <a:rPr lang="es-ES"/>
              <a:t>Día – Mes – Año</a:t>
            </a:r>
            <a:endParaRPr lang="es-CO"/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385D0AC3-7193-7741-B6FE-6BE7BA5B91B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0527" y="473679"/>
            <a:ext cx="2844412" cy="1188000"/>
          </a:xfrm>
          <a:prstGeom prst="rect">
            <a:avLst/>
          </a:prstGeom>
        </p:spPr>
      </p:pic>
      <p:pic>
        <p:nvPicPr>
          <p:cNvPr id="14" name="Gráfico 13">
            <a:extLst>
              <a:ext uri="{FF2B5EF4-FFF2-40B4-BE49-F238E27FC236}">
                <a16:creationId xmlns:a16="http://schemas.microsoft.com/office/drawing/2014/main" id="{C7DCB827-0AEE-4841-A5E6-8B18B7CF4F9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92050" y="570632"/>
            <a:ext cx="1271215" cy="1123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3944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AE59908A-AD04-3E4B-ABCA-989AB9E137A1}"/>
              </a:ext>
            </a:extLst>
          </p:cNvPr>
          <p:cNvSpPr/>
          <p:nvPr userDrawn="1"/>
        </p:nvSpPr>
        <p:spPr>
          <a:xfrm>
            <a:off x="-211015" y="4484077"/>
            <a:ext cx="12573000" cy="2549769"/>
          </a:xfrm>
          <a:prstGeom prst="rect">
            <a:avLst/>
          </a:prstGeom>
          <a:solidFill>
            <a:srgbClr val="545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A2A68501-84A2-3345-8FDA-B834A5C2625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88345" y="5381052"/>
            <a:ext cx="12908591" cy="1547286"/>
          </a:xfrm>
          <a:prstGeom prst="rect">
            <a:avLst/>
          </a:prstGeom>
        </p:spPr>
      </p:pic>
      <p:sp>
        <p:nvSpPr>
          <p:cNvPr id="10" name="Título 9">
            <a:extLst>
              <a:ext uri="{FF2B5EF4-FFF2-40B4-BE49-F238E27FC236}">
                <a16:creationId xmlns:a16="http://schemas.microsoft.com/office/drawing/2014/main" id="{7DE7DF8D-6479-FE4C-9724-9DC214F30E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816" y="2937092"/>
            <a:ext cx="8416331" cy="1317095"/>
          </a:xfrm>
        </p:spPr>
        <p:txBody>
          <a:bodyPr anchor="b">
            <a:noAutofit/>
          </a:bodyPr>
          <a:lstStyle>
            <a:lvl1pPr>
              <a:defRPr sz="3200" b="0">
                <a:solidFill>
                  <a:srgbClr val="5454E9"/>
                </a:solidFill>
              </a:defRPr>
            </a:lvl1pPr>
          </a:lstStyle>
          <a:p>
            <a:r>
              <a:rPr lang="en-US" err="1"/>
              <a:t>Título</a:t>
            </a:r>
            <a:r>
              <a:rPr lang="en-US"/>
              <a:t> de la </a:t>
            </a:r>
            <a:r>
              <a:rPr lang="en-US" err="1"/>
              <a:t>presentación</a:t>
            </a:r>
            <a:endParaRPr lang="es-CO"/>
          </a:p>
        </p:txBody>
      </p:sp>
      <p:sp>
        <p:nvSpPr>
          <p:cNvPr id="13" name="Marcador de texto 11">
            <a:extLst>
              <a:ext uri="{FF2B5EF4-FFF2-40B4-BE49-F238E27FC236}">
                <a16:creationId xmlns:a16="http://schemas.microsoft.com/office/drawing/2014/main" id="{68424664-B54D-8AA3-6F33-12416094FBA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8455" y="4766150"/>
            <a:ext cx="8430692" cy="522287"/>
          </a:xfrm>
          <a:prstGeom prst="rect">
            <a:avLst/>
          </a:prstGeom>
        </p:spPr>
        <p:txBody>
          <a:bodyPr anchor="t"/>
          <a:lstStyle>
            <a:lvl1pPr marL="455613" marR="0" indent="-455613" algn="l" defTabSz="608013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0">
                <a:solidFill>
                  <a:schemeClr val="bg1"/>
                </a:solidFill>
              </a:defRPr>
            </a:lvl1pPr>
          </a:lstStyle>
          <a:p>
            <a:pPr marL="455613" marR="0" lvl="0" indent="-455613" algn="l" defTabSz="608013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s-CO"/>
              <a:t>Subtítulo de la presentación</a:t>
            </a:r>
          </a:p>
        </p:txBody>
      </p:sp>
      <p:sp>
        <p:nvSpPr>
          <p:cNvPr id="14" name="Marcador de texto 11">
            <a:extLst>
              <a:ext uri="{FF2B5EF4-FFF2-40B4-BE49-F238E27FC236}">
                <a16:creationId xmlns:a16="http://schemas.microsoft.com/office/drawing/2014/main" id="{C664A963-8B93-F947-9D6E-8E898AAFF62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32617" y="284443"/>
            <a:ext cx="3695983" cy="522287"/>
          </a:xfrm>
          <a:prstGeom prst="rect">
            <a:avLst/>
          </a:prstGeom>
        </p:spPr>
        <p:txBody>
          <a:bodyPr anchor="t"/>
          <a:lstStyle>
            <a:lvl1pPr algn="r">
              <a:defRPr sz="2000" b="1">
                <a:solidFill>
                  <a:srgbClr val="5454E9"/>
                </a:solidFill>
              </a:defRPr>
            </a:lvl1pPr>
          </a:lstStyle>
          <a:p>
            <a:r>
              <a:rPr lang="es-ES"/>
              <a:t>Día – Mes – Año</a:t>
            </a:r>
            <a:endParaRPr lang="es-CO"/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41BC7844-BEF8-D702-2601-C8AC05944C3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0527" y="473679"/>
            <a:ext cx="2844412" cy="11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41104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5460C177-EA11-3045-A049-2F189482AB41}"/>
              </a:ext>
            </a:extLst>
          </p:cNvPr>
          <p:cNvSpPr/>
          <p:nvPr userDrawn="1"/>
        </p:nvSpPr>
        <p:spPr>
          <a:xfrm>
            <a:off x="5152292" y="-158750"/>
            <a:ext cx="7176233" cy="717452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EE33127-8E4E-D94B-AFED-94B91C7AF93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153025" y="-158750"/>
            <a:ext cx="7175500" cy="7175500"/>
          </a:xfrm>
          <a:prstGeom prst="rect">
            <a:avLst/>
          </a:prstGeom>
        </p:spPr>
        <p:txBody>
          <a:bodyPr anchor="ctr"/>
          <a:lstStyle>
            <a:lvl1pPr algn="ctr">
              <a:defRPr sz="2800"/>
            </a:lvl1pPr>
          </a:lstStyle>
          <a:p>
            <a:endParaRPr lang="es-CO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A04EF172-71FF-774B-B08F-E545FD3603C8}"/>
              </a:ext>
            </a:extLst>
          </p:cNvPr>
          <p:cNvSpPr/>
          <p:nvPr userDrawn="1"/>
        </p:nvSpPr>
        <p:spPr>
          <a:xfrm>
            <a:off x="-56669" y="-158262"/>
            <a:ext cx="5208961" cy="7174523"/>
          </a:xfrm>
          <a:prstGeom prst="rect">
            <a:avLst/>
          </a:prstGeom>
          <a:solidFill>
            <a:srgbClr val="545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F08C8540-D360-0041-AA0A-7C7F456B16E0}"/>
              </a:ext>
            </a:extLst>
          </p:cNvPr>
          <p:cNvSpPr/>
          <p:nvPr userDrawn="1"/>
        </p:nvSpPr>
        <p:spPr>
          <a:xfrm>
            <a:off x="474093" y="5361362"/>
            <a:ext cx="6172892" cy="991739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sp>
        <p:nvSpPr>
          <p:cNvPr id="10" name="Título 9">
            <a:extLst>
              <a:ext uri="{FF2B5EF4-FFF2-40B4-BE49-F238E27FC236}">
                <a16:creationId xmlns:a16="http://schemas.microsoft.com/office/drawing/2014/main" id="{7DE7DF8D-6479-FE4C-9724-9DC214F30E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9400" y="2222164"/>
            <a:ext cx="4056369" cy="2031397"/>
          </a:xfrm>
        </p:spPr>
        <p:txBody>
          <a:bodyPr anchor="b">
            <a:noAutofit/>
          </a:bodyPr>
          <a:lstStyle>
            <a:lvl1pPr>
              <a:defRPr sz="3200" b="0">
                <a:solidFill>
                  <a:schemeClr val="bg1"/>
                </a:solidFill>
              </a:defRPr>
            </a:lvl1pPr>
          </a:lstStyle>
          <a:p>
            <a:r>
              <a:rPr lang="en-US" err="1"/>
              <a:t>Título</a:t>
            </a:r>
            <a:r>
              <a:rPr lang="en-US"/>
              <a:t> de la </a:t>
            </a:r>
            <a:r>
              <a:rPr lang="en-US" err="1"/>
              <a:t>presentación</a:t>
            </a:r>
            <a:endParaRPr lang="es-CO"/>
          </a:p>
        </p:txBody>
      </p:sp>
      <p:sp>
        <p:nvSpPr>
          <p:cNvPr id="13" name="Marcador de texto 11">
            <a:extLst>
              <a:ext uri="{FF2B5EF4-FFF2-40B4-BE49-F238E27FC236}">
                <a16:creationId xmlns:a16="http://schemas.microsoft.com/office/drawing/2014/main" id="{68424664-B54D-8AA3-6F33-12416094FBA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79400" y="5583810"/>
            <a:ext cx="5484922" cy="522287"/>
          </a:xfrm>
          <a:prstGeom prst="rect">
            <a:avLst/>
          </a:prstGeom>
        </p:spPr>
        <p:txBody>
          <a:bodyPr anchor="t"/>
          <a:lstStyle>
            <a:lvl1pPr algn="r">
              <a:defRPr sz="2000" b="1">
                <a:solidFill>
                  <a:schemeClr val="tx1"/>
                </a:solidFill>
              </a:defRPr>
            </a:lvl1pPr>
          </a:lstStyle>
          <a:p>
            <a:r>
              <a:rPr lang="es-ES"/>
              <a:t>Día – Mes – Año</a:t>
            </a:r>
            <a:endParaRPr lang="es-CO"/>
          </a:p>
        </p:txBody>
      </p:sp>
      <p:sp>
        <p:nvSpPr>
          <p:cNvPr id="15" name="Marcador de texto 11">
            <a:extLst>
              <a:ext uri="{FF2B5EF4-FFF2-40B4-BE49-F238E27FC236}">
                <a16:creationId xmlns:a16="http://schemas.microsoft.com/office/drawing/2014/main" id="{8CEC94B8-E518-5E4B-96B3-807DB56AF84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79400" y="4451044"/>
            <a:ext cx="4056369" cy="522287"/>
          </a:xfrm>
          <a:prstGeom prst="rect">
            <a:avLst/>
          </a:prstGeom>
        </p:spPr>
        <p:txBody>
          <a:bodyPr anchor="t"/>
          <a:lstStyle>
            <a:lvl1pPr marL="455613" marR="0" indent="-455613" algn="l" defTabSz="608013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0">
                <a:solidFill>
                  <a:schemeClr val="bg1"/>
                </a:solidFill>
              </a:defRPr>
            </a:lvl1pPr>
          </a:lstStyle>
          <a:p>
            <a:pPr marL="455613" marR="0" lvl="0" indent="-455613" algn="l" defTabSz="608013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s-CO"/>
              <a:t>Subtítulo de la presentación</a:t>
            </a:r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A2C7FD3D-0543-4D56-4857-2F15B52174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5560" y="503315"/>
            <a:ext cx="2844412" cy="11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7833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0253CF8-E40C-8B4A-920F-D39FFAC238F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36525" y="-122238"/>
            <a:ext cx="12465050" cy="7162801"/>
          </a:xfrm>
          <a:prstGeom prst="rect">
            <a:avLst/>
          </a:prstGeom>
        </p:spPr>
        <p:txBody>
          <a:bodyPr anchor="t"/>
          <a:lstStyle>
            <a:lvl1pPr algn="ctr">
              <a:defRPr sz="1800"/>
            </a:lvl1pPr>
          </a:lstStyle>
          <a:p>
            <a:endParaRPr lang="es-CO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AC563568-052F-6F4F-B607-42D06B3D6BFE}"/>
              </a:ext>
            </a:extLst>
          </p:cNvPr>
          <p:cNvSpPr/>
          <p:nvPr userDrawn="1"/>
        </p:nvSpPr>
        <p:spPr>
          <a:xfrm>
            <a:off x="488455" y="4681925"/>
            <a:ext cx="4171468" cy="991739"/>
          </a:xfrm>
          <a:prstGeom prst="rect">
            <a:avLst/>
          </a:prstGeom>
          <a:solidFill>
            <a:srgbClr val="865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E160E7FE-605D-2643-9C55-A73D287C501A}"/>
              </a:ext>
            </a:extLst>
          </p:cNvPr>
          <p:cNvSpPr/>
          <p:nvPr userDrawn="1"/>
        </p:nvSpPr>
        <p:spPr>
          <a:xfrm>
            <a:off x="488455" y="2782786"/>
            <a:ext cx="5877176" cy="1982645"/>
          </a:xfrm>
          <a:prstGeom prst="rect">
            <a:avLst/>
          </a:prstGeom>
          <a:solidFill>
            <a:srgbClr val="545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sp>
        <p:nvSpPr>
          <p:cNvPr id="10" name="Título 9">
            <a:extLst>
              <a:ext uri="{FF2B5EF4-FFF2-40B4-BE49-F238E27FC236}">
                <a16:creationId xmlns:a16="http://schemas.microsoft.com/office/drawing/2014/main" id="{7DE7DF8D-6479-FE4C-9724-9DC214F30E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5771" y="3085828"/>
            <a:ext cx="5318641" cy="1502051"/>
          </a:xfrm>
        </p:spPr>
        <p:txBody>
          <a:bodyPr anchor="b">
            <a:noAutofit/>
          </a:bodyPr>
          <a:lstStyle>
            <a:lvl1pPr>
              <a:defRPr sz="3200" b="0">
                <a:solidFill>
                  <a:schemeClr val="bg1"/>
                </a:solidFill>
              </a:defRPr>
            </a:lvl1pPr>
          </a:lstStyle>
          <a:p>
            <a:r>
              <a:rPr lang="en-US" err="1"/>
              <a:t>Título</a:t>
            </a:r>
            <a:r>
              <a:rPr lang="en-US"/>
              <a:t> de la </a:t>
            </a:r>
            <a:r>
              <a:rPr lang="en-US" err="1"/>
              <a:t>presentación</a:t>
            </a:r>
            <a:endParaRPr lang="es-CO"/>
          </a:p>
        </p:txBody>
      </p:sp>
      <p:sp>
        <p:nvSpPr>
          <p:cNvPr id="13" name="Marcador de texto 11">
            <a:extLst>
              <a:ext uri="{FF2B5EF4-FFF2-40B4-BE49-F238E27FC236}">
                <a16:creationId xmlns:a16="http://schemas.microsoft.com/office/drawing/2014/main" id="{68424664-B54D-8AA3-6F33-12416094FBA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61410" y="4930689"/>
            <a:ext cx="3660465" cy="522287"/>
          </a:xfrm>
          <a:prstGeom prst="rect">
            <a:avLst/>
          </a:prstGeom>
        </p:spPr>
        <p:txBody>
          <a:bodyPr anchor="t"/>
          <a:lstStyle>
            <a:lvl1pPr algn="l">
              <a:defRPr sz="2000" b="0">
                <a:solidFill>
                  <a:schemeClr val="bg1"/>
                </a:solidFill>
              </a:defRPr>
            </a:lvl1pPr>
          </a:lstStyle>
          <a:p>
            <a:r>
              <a:rPr lang="es-ES"/>
              <a:t>Día – Mes – Año</a:t>
            </a:r>
            <a:endParaRPr lang="es-CO"/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A061DE2D-078D-F440-70B1-9CC4B708F40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0527" y="473679"/>
            <a:ext cx="2844412" cy="11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1606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53CAB425-8E07-9D4D-9049-B0B1329A6F46}"/>
              </a:ext>
            </a:extLst>
          </p:cNvPr>
          <p:cNvSpPr/>
          <p:nvPr userDrawn="1"/>
        </p:nvSpPr>
        <p:spPr>
          <a:xfrm>
            <a:off x="-1" y="-150124"/>
            <a:ext cx="12310281" cy="4832050"/>
          </a:xfrm>
          <a:prstGeom prst="rect">
            <a:avLst/>
          </a:prstGeom>
          <a:solidFill>
            <a:srgbClr val="545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172BDADF-8711-FB49-A646-A740B373384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0996" y="5248036"/>
            <a:ext cx="2778261" cy="1080000"/>
          </a:xfrm>
          <a:prstGeom prst="rect">
            <a:avLst/>
          </a:prstGeom>
        </p:spPr>
      </p:pic>
      <p:sp>
        <p:nvSpPr>
          <p:cNvPr id="10" name="Título 9">
            <a:extLst>
              <a:ext uri="{FF2B5EF4-FFF2-40B4-BE49-F238E27FC236}">
                <a16:creationId xmlns:a16="http://schemas.microsoft.com/office/drawing/2014/main" id="{7DE7DF8D-6479-FE4C-9724-9DC214F30E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816" y="1918474"/>
            <a:ext cx="6075405" cy="1317095"/>
          </a:xfrm>
        </p:spPr>
        <p:txBody>
          <a:bodyPr anchor="b">
            <a:noAutofit/>
          </a:bodyPr>
          <a:lstStyle>
            <a:lvl1pPr>
              <a:defRPr sz="3200" b="0">
                <a:solidFill>
                  <a:schemeClr val="bg1"/>
                </a:solidFill>
              </a:defRPr>
            </a:lvl1pPr>
          </a:lstStyle>
          <a:p>
            <a:r>
              <a:rPr lang="en-US" err="1"/>
              <a:t>Título</a:t>
            </a:r>
            <a:r>
              <a:rPr lang="en-US"/>
              <a:t> de la </a:t>
            </a:r>
            <a:r>
              <a:rPr lang="en-US" err="1"/>
              <a:t>presentación</a:t>
            </a:r>
            <a:endParaRPr lang="es-CO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E96EC0B-0794-338D-95C7-AB2B92179F5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980956" y="5552313"/>
            <a:ext cx="1676890" cy="908923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F99A5E94-0EA1-C949-9C55-E6ACA28B780D}"/>
              </a:ext>
            </a:extLst>
          </p:cNvPr>
          <p:cNvSpPr/>
          <p:nvPr userDrawn="1"/>
        </p:nvSpPr>
        <p:spPr>
          <a:xfrm>
            <a:off x="5226728" y="-150123"/>
            <a:ext cx="7083551" cy="955342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sp>
        <p:nvSpPr>
          <p:cNvPr id="13" name="Marcador de texto 11">
            <a:extLst>
              <a:ext uri="{FF2B5EF4-FFF2-40B4-BE49-F238E27FC236}">
                <a16:creationId xmlns:a16="http://schemas.microsoft.com/office/drawing/2014/main" id="{68424664-B54D-8AA3-6F33-12416094FBA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15547" y="21789"/>
            <a:ext cx="6048823" cy="522287"/>
          </a:xfrm>
          <a:prstGeom prst="rect">
            <a:avLst/>
          </a:prstGeom>
        </p:spPr>
        <p:txBody>
          <a:bodyPr anchor="t"/>
          <a:lstStyle>
            <a:lvl1pPr algn="r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es-ES"/>
              <a:t>Día – Mes – Año</a:t>
            </a:r>
            <a:endParaRPr lang="es-CO"/>
          </a:p>
        </p:txBody>
      </p:sp>
      <p:sp>
        <p:nvSpPr>
          <p:cNvPr id="14" name="Marcador de texto 11">
            <a:extLst>
              <a:ext uri="{FF2B5EF4-FFF2-40B4-BE49-F238E27FC236}">
                <a16:creationId xmlns:a16="http://schemas.microsoft.com/office/drawing/2014/main" id="{F38ED0E2-7D5D-114C-AE24-235B3D8788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9398" y="3488320"/>
            <a:ext cx="6048823" cy="522287"/>
          </a:xfrm>
          <a:prstGeom prst="rect">
            <a:avLst/>
          </a:prstGeom>
        </p:spPr>
        <p:txBody>
          <a:bodyPr anchor="t"/>
          <a:lstStyle>
            <a:lvl1pPr marL="455613" marR="0" indent="-455613" algn="l" defTabSz="608013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400" b="0">
                <a:solidFill>
                  <a:schemeClr val="bg1"/>
                </a:solidFill>
              </a:defRPr>
            </a:lvl1pPr>
          </a:lstStyle>
          <a:p>
            <a:pPr marL="455613" marR="0" lvl="0" indent="-455613" algn="l" defTabSz="608013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s-CO"/>
              <a:t>Subtítulo de la presentación</a:t>
            </a:r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92D77DE7-E8A0-5C4A-8EA2-0C726FCBF15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287078" y="5201792"/>
            <a:ext cx="1477292" cy="1305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6055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sión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EB59E292-22CD-2242-84F5-87DE6724E9AF}"/>
              </a:ext>
            </a:extLst>
          </p:cNvPr>
          <p:cNvSpPr/>
          <p:nvPr userDrawn="1"/>
        </p:nvSpPr>
        <p:spPr>
          <a:xfrm>
            <a:off x="2197290" y="5158854"/>
            <a:ext cx="10164695" cy="1107252"/>
          </a:xfrm>
          <a:prstGeom prst="rect">
            <a:avLst/>
          </a:prstGeom>
          <a:solidFill>
            <a:srgbClr val="545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FB8719D-715E-23DB-8426-45F130FE1D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38867" y="5336273"/>
            <a:ext cx="9063171" cy="82064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s-ES"/>
              <a:t>Título de la sección</a:t>
            </a:r>
            <a:endParaRPr lang="es-CO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F62F47D7-565E-E44F-8739-8ACD848CE7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0527" y="473679"/>
            <a:ext cx="2180713" cy="910799"/>
          </a:xfrm>
          <a:prstGeom prst="rect">
            <a:avLst/>
          </a:prstGeom>
        </p:spPr>
      </p:pic>
      <p:pic>
        <p:nvPicPr>
          <p:cNvPr id="4" name="Gráfico 3">
            <a:extLst>
              <a:ext uri="{FF2B5EF4-FFF2-40B4-BE49-F238E27FC236}">
                <a16:creationId xmlns:a16="http://schemas.microsoft.com/office/drawing/2014/main" id="{107FDEED-DA50-5F4D-8EC4-78D9AC9E04B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71534" y="473678"/>
            <a:ext cx="1030504" cy="910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8660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sión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7482FDB0-1956-B24A-9FAC-F5BAC86FAB57}"/>
              </a:ext>
            </a:extLst>
          </p:cNvPr>
          <p:cNvSpPr/>
          <p:nvPr userDrawn="1"/>
        </p:nvSpPr>
        <p:spPr>
          <a:xfrm>
            <a:off x="5578475" y="-136525"/>
            <a:ext cx="6783388" cy="713105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Marcador de posición de imagen 2">
            <a:extLst>
              <a:ext uri="{FF2B5EF4-FFF2-40B4-BE49-F238E27FC236}">
                <a16:creationId xmlns:a16="http://schemas.microsoft.com/office/drawing/2014/main" id="{711C668F-59A2-4D4C-BB85-FA31A95EA89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578353" y="-136525"/>
            <a:ext cx="6783388" cy="713105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s-CO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DF62300E-9AF7-C744-8810-3D8B01FF0EDA}"/>
              </a:ext>
            </a:extLst>
          </p:cNvPr>
          <p:cNvSpPr/>
          <p:nvPr userDrawn="1"/>
        </p:nvSpPr>
        <p:spPr>
          <a:xfrm>
            <a:off x="2197290" y="5158854"/>
            <a:ext cx="10164695" cy="1107252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sp>
        <p:nvSpPr>
          <p:cNvPr id="12" name="Marcador de título 1">
            <a:extLst>
              <a:ext uri="{FF2B5EF4-FFF2-40B4-BE49-F238E27FC236}">
                <a16:creationId xmlns:a16="http://schemas.microsoft.com/office/drawing/2014/main" id="{CBA4ECBA-158E-F64D-AD06-46687ADE7B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38867" y="5336273"/>
            <a:ext cx="9063171" cy="82064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s-ES"/>
              <a:t>Título de la sección</a:t>
            </a:r>
            <a:endParaRPr lang="es-CO"/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B74B9A36-CCE1-1E4A-91A3-9AB71D15FDF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0527" y="473679"/>
            <a:ext cx="2180713" cy="910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8422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sión C">
    <p:bg>
      <p:bgPr>
        <a:solidFill>
          <a:srgbClr val="5454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18CB1126-B7E9-FB47-BF9C-5C60C4BCC98B}"/>
              </a:ext>
            </a:extLst>
          </p:cNvPr>
          <p:cNvSpPr/>
          <p:nvPr userDrawn="1"/>
        </p:nvSpPr>
        <p:spPr>
          <a:xfrm>
            <a:off x="5213445" y="5786654"/>
            <a:ext cx="6975380" cy="1064526"/>
          </a:xfrm>
          <a:prstGeom prst="rect">
            <a:avLst/>
          </a:prstGeom>
          <a:solidFill>
            <a:srgbClr val="4CBA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D57847C2-6AAA-244D-9DCE-011D70428A54}"/>
              </a:ext>
            </a:extLst>
          </p:cNvPr>
          <p:cNvSpPr/>
          <p:nvPr userDrawn="1"/>
        </p:nvSpPr>
        <p:spPr>
          <a:xfrm>
            <a:off x="3903260" y="4616244"/>
            <a:ext cx="8285565" cy="155254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FB8719D-715E-23DB-8426-45F130FE1D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58788" y="4858604"/>
            <a:ext cx="7628412" cy="10781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2800" b="0">
                <a:solidFill>
                  <a:srgbClr val="5454E9"/>
                </a:solidFill>
              </a:defRPr>
            </a:lvl1pPr>
          </a:lstStyle>
          <a:p>
            <a:r>
              <a:rPr lang="es-ES"/>
              <a:t>Título de la sección</a:t>
            </a:r>
            <a:endParaRPr lang="es-CO"/>
          </a:p>
        </p:txBody>
      </p:sp>
      <p:sp>
        <p:nvSpPr>
          <p:cNvPr id="12" name="Marcador de título 1">
            <a:extLst>
              <a:ext uri="{FF2B5EF4-FFF2-40B4-BE49-F238E27FC236}">
                <a16:creationId xmlns:a16="http://schemas.microsoft.com/office/drawing/2014/main" id="{5559A92C-15FD-1442-8D59-E376861021A9}"/>
              </a:ext>
            </a:extLst>
          </p:cNvPr>
          <p:cNvSpPr txBox="1">
            <a:spLocks/>
          </p:cNvSpPr>
          <p:nvPr userDrawn="1"/>
        </p:nvSpPr>
        <p:spPr>
          <a:xfrm>
            <a:off x="5595582" y="6318917"/>
            <a:ext cx="6291617" cy="4536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0" kern="1200">
                <a:solidFill>
                  <a:srgbClr val="5454E9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s-ES" sz="1800" err="1">
                <a:solidFill>
                  <a:schemeClr val="bg1"/>
                </a:solidFill>
              </a:rPr>
              <a:t>Click</a:t>
            </a:r>
            <a:r>
              <a:rPr lang="es-ES" sz="1800">
                <a:solidFill>
                  <a:schemeClr val="bg1"/>
                </a:solidFill>
              </a:rPr>
              <a:t> para agregar texto</a:t>
            </a:r>
            <a:endParaRPr lang="es-CO" sz="1800">
              <a:solidFill>
                <a:schemeClr val="bg1"/>
              </a:solidFill>
            </a:endParaRPr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5433354A-5024-1E42-81D7-50274D5DEBF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7764" y="475179"/>
            <a:ext cx="2177122" cy="909299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4CE34500-F053-3F45-A027-9CB0D254089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15443" y="475179"/>
            <a:ext cx="1005618" cy="888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0949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sión 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E7AD0216-A3FA-5C47-A58F-E913DAAAEF37}"/>
              </a:ext>
            </a:extLst>
          </p:cNvPr>
          <p:cNvSpPr/>
          <p:nvPr userDrawn="1"/>
        </p:nvSpPr>
        <p:spPr>
          <a:xfrm>
            <a:off x="-122830" y="2006221"/>
            <a:ext cx="12484815" cy="4954137"/>
          </a:xfrm>
          <a:prstGeom prst="rect">
            <a:avLst/>
          </a:prstGeom>
          <a:solidFill>
            <a:srgbClr val="545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E35F4BA0-2368-B84A-89F1-6DF87DB538C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8456" y="5519304"/>
            <a:ext cx="2147872" cy="834947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D57847C2-6AAA-244D-9DCE-011D70428A54}"/>
              </a:ext>
            </a:extLst>
          </p:cNvPr>
          <p:cNvSpPr/>
          <p:nvPr userDrawn="1"/>
        </p:nvSpPr>
        <p:spPr>
          <a:xfrm>
            <a:off x="-122830" y="1269243"/>
            <a:ext cx="8761863" cy="730156"/>
          </a:xfrm>
          <a:prstGeom prst="rect">
            <a:avLst/>
          </a:prstGeom>
          <a:solidFill>
            <a:srgbClr val="865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FB8719D-715E-23DB-8426-45F130FE1D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2131" y="1269242"/>
            <a:ext cx="7628412" cy="73697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2000" b="0">
                <a:solidFill>
                  <a:schemeClr val="bg1"/>
                </a:solidFill>
              </a:defRPr>
            </a:lvl1pPr>
          </a:lstStyle>
          <a:p>
            <a:r>
              <a:rPr lang="es-ES"/>
              <a:t>Título de la sección</a:t>
            </a:r>
            <a:endParaRPr lang="es-CO"/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D818837D-8498-3948-B306-D6441833CEB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15443" y="5656779"/>
            <a:ext cx="1005618" cy="888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640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sión E">
    <p:bg>
      <p:bgPr>
        <a:solidFill>
          <a:srgbClr val="5454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FB8719D-715E-23DB-8426-45F130FE1D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8456" y="3794078"/>
            <a:ext cx="7628412" cy="73697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3200" b="0">
                <a:solidFill>
                  <a:schemeClr val="bg1"/>
                </a:solidFill>
              </a:defRPr>
            </a:lvl1pPr>
          </a:lstStyle>
          <a:p>
            <a:r>
              <a:rPr lang="es-ES"/>
              <a:t>Título de la sección</a:t>
            </a:r>
            <a:endParaRPr lang="es-CO"/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651731E9-C150-504E-A383-8F5B71FB086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88345" y="4835139"/>
            <a:ext cx="12908591" cy="1547286"/>
          </a:xfrm>
          <a:prstGeom prst="rect">
            <a:avLst/>
          </a:prstGeom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3749A815-211B-D04F-A10B-7D009842EE7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7764" y="475179"/>
            <a:ext cx="2177122" cy="909299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8A9443BE-0DB1-224D-924A-FC6BC2213D63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715443" y="475179"/>
            <a:ext cx="1005618" cy="888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1271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sión F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FB8719D-715E-23DB-8426-45F130FE1D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8456" y="3794078"/>
            <a:ext cx="7628412" cy="73697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3200" b="0">
                <a:solidFill>
                  <a:srgbClr val="5454E9"/>
                </a:solidFill>
              </a:defRPr>
            </a:lvl1pPr>
          </a:lstStyle>
          <a:p>
            <a:r>
              <a:rPr lang="es-ES"/>
              <a:t>Título de la sección</a:t>
            </a:r>
            <a:endParaRPr lang="es-CO"/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651731E9-C150-504E-A383-8F5B71FB086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88345" y="4835139"/>
            <a:ext cx="12908591" cy="1547286"/>
          </a:xfrm>
          <a:prstGeom prst="rect">
            <a:avLst/>
          </a:prstGeom>
        </p:spPr>
      </p:pic>
      <p:pic>
        <p:nvPicPr>
          <p:cNvPr id="6" name="Gráfico 5">
            <a:extLst>
              <a:ext uri="{FF2B5EF4-FFF2-40B4-BE49-F238E27FC236}">
                <a16:creationId xmlns:a16="http://schemas.microsoft.com/office/drawing/2014/main" id="{01466B55-BCED-9E4D-913B-DC22D24A68E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0527" y="473679"/>
            <a:ext cx="2180713" cy="910799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8462D0A8-A0E2-AD43-AE7A-9F0EE8F8BC5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712231" y="495278"/>
            <a:ext cx="1006067" cy="88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9873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a sin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8825C95-B00A-F94F-AA8B-132BD1D57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9DF86-9CF7-644A-ABC2-A5C2ED969516}" type="datetimeFigureOut">
              <a:rPr lang="es-CO" smtClean="0"/>
              <a:pPr/>
              <a:t>24/06/2025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CD977C5-3017-5F44-9832-D154137BF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F4443051-1DFB-844E-B447-A5E2A8EC67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01" y="1349865"/>
            <a:ext cx="11371383" cy="64774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</a:lstStyle>
          <a:p>
            <a:r>
              <a:rPr lang="es-ES"/>
              <a:t>Título de la diapositiva</a:t>
            </a:r>
            <a:endParaRPr lang="es-CO"/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6607D22F-668C-4E4B-8423-5DA29CE9719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04801" y="2208628"/>
            <a:ext cx="11371383" cy="39952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600">
                <a:solidFill>
                  <a:schemeClr val="tx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97E20350-AF53-5348-8C67-42245505E12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2595" y="235458"/>
            <a:ext cx="1473922" cy="615600"/>
          </a:xfrm>
          <a:prstGeom prst="rect">
            <a:avLst/>
          </a:prstGeom>
        </p:spPr>
      </p:pic>
      <p:pic>
        <p:nvPicPr>
          <p:cNvPr id="10" name="Gráfico 9">
            <a:extLst>
              <a:ext uri="{FF2B5EF4-FFF2-40B4-BE49-F238E27FC236}">
                <a16:creationId xmlns:a16="http://schemas.microsoft.com/office/drawing/2014/main" id="{9073DDDA-63CA-164E-B210-1A6E7250EA7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912757" y="316775"/>
            <a:ext cx="763427" cy="674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6805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anja azul con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26D8F236-7022-E34C-B233-9027F6DDD739}"/>
              </a:ext>
            </a:extLst>
          </p:cNvPr>
          <p:cNvSpPr/>
          <p:nvPr userDrawn="1"/>
        </p:nvSpPr>
        <p:spPr>
          <a:xfrm>
            <a:off x="-42578" y="-42204"/>
            <a:ext cx="12337742" cy="1111903"/>
          </a:xfrm>
          <a:prstGeom prst="rect">
            <a:avLst/>
          </a:prstGeom>
          <a:solidFill>
            <a:srgbClr val="545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8825C95-B00A-F94F-AA8B-132BD1D57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9DF86-9CF7-644A-ABC2-A5C2ED969516}" type="datetimeFigureOut">
              <a:rPr lang="es-CO" smtClean="0"/>
              <a:pPr/>
              <a:t>24/06/2025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CD977C5-3017-5F44-9832-D154137BF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13F5093F-1AA4-0442-BADB-36A697E09A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2597" y="395158"/>
            <a:ext cx="1242270" cy="482911"/>
          </a:xfrm>
          <a:prstGeom prst="rect">
            <a:avLst/>
          </a:prstGeom>
        </p:spPr>
      </p:pic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6607D22F-668C-4E4B-8423-5DA29CE9719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04801" y="2208628"/>
            <a:ext cx="11371383" cy="39952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600">
                <a:solidFill>
                  <a:schemeClr val="tx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BBDFF49B-82AF-F744-9E06-506CD7FD18DE}"/>
              </a:ext>
            </a:extLst>
          </p:cNvPr>
          <p:cNvSpPr/>
          <p:nvPr userDrawn="1"/>
        </p:nvSpPr>
        <p:spPr>
          <a:xfrm>
            <a:off x="-42578" y="1069698"/>
            <a:ext cx="7554726" cy="858763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F4443051-1DFB-844E-B447-A5E2A8EC67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02" y="1321729"/>
            <a:ext cx="7052602" cy="578596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s-ES"/>
              <a:t>Título de la diapositiva</a:t>
            </a:r>
            <a:endParaRPr lang="es-CO"/>
          </a:p>
        </p:txBody>
      </p:sp>
      <p:pic>
        <p:nvPicPr>
          <p:cNvPr id="13" name="Gráfico 12">
            <a:extLst>
              <a:ext uri="{FF2B5EF4-FFF2-40B4-BE49-F238E27FC236}">
                <a16:creationId xmlns:a16="http://schemas.microsoft.com/office/drawing/2014/main" id="{DE549399-5401-6443-BDC4-AAEAB39C1C7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2595" y="235458"/>
            <a:ext cx="1470672" cy="614242"/>
          </a:xfrm>
          <a:prstGeom prst="rect">
            <a:avLst/>
          </a:prstGeom>
        </p:spPr>
      </p:pic>
      <p:pic>
        <p:nvPicPr>
          <p:cNvPr id="14" name="Gráfico 13">
            <a:extLst>
              <a:ext uri="{FF2B5EF4-FFF2-40B4-BE49-F238E27FC236}">
                <a16:creationId xmlns:a16="http://schemas.microsoft.com/office/drawing/2014/main" id="{372CEFBA-AC57-5448-B186-A41214D87EB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164550" y="282084"/>
            <a:ext cx="761678" cy="6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10313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anja vertical derech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F4443051-1DFB-844E-B447-A5E2A8EC67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02" y="1349865"/>
            <a:ext cx="5575494" cy="647748"/>
          </a:xfrm>
          <a:prstGeom prst="rect">
            <a:avLst/>
          </a:prstGeom>
        </p:spPr>
        <p:txBody>
          <a:bodyPr/>
          <a:lstStyle>
            <a:lvl1pPr>
              <a:defRPr sz="2200"/>
            </a:lvl1pPr>
          </a:lstStyle>
          <a:p>
            <a:r>
              <a:rPr lang="es-ES"/>
              <a:t>Título de la diapositiva</a:t>
            </a:r>
            <a:endParaRPr lang="es-CO"/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6607D22F-668C-4E4B-8423-5DA29CE9719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04802" y="2208628"/>
            <a:ext cx="5575494" cy="39952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600">
                <a:solidFill>
                  <a:schemeClr val="tx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1752759E-8F1F-CA4F-BD59-0DF228699E41}"/>
              </a:ext>
            </a:extLst>
          </p:cNvPr>
          <p:cNvSpPr/>
          <p:nvPr userDrawn="1"/>
        </p:nvSpPr>
        <p:spPr>
          <a:xfrm flipV="1">
            <a:off x="6094413" y="-126611"/>
            <a:ext cx="6200752" cy="7090118"/>
          </a:xfrm>
          <a:prstGeom prst="rect">
            <a:avLst/>
          </a:prstGeom>
          <a:solidFill>
            <a:srgbClr val="545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9CA0EBB9-F320-4743-93CB-0A6146AA02BB}"/>
              </a:ext>
            </a:extLst>
          </p:cNvPr>
          <p:cNvSpPr/>
          <p:nvPr userDrawn="1"/>
        </p:nvSpPr>
        <p:spPr>
          <a:xfrm flipV="1">
            <a:off x="4485993" y="6315757"/>
            <a:ext cx="7809172" cy="647749"/>
          </a:xfrm>
          <a:prstGeom prst="rect">
            <a:avLst/>
          </a:prstGeom>
          <a:solidFill>
            <a:srgbClr val="E96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8825C95-B00A-F94F-AA8B-132BD1D572A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36124" y="6484018"/>
            <a:ext cx="1428466" cy="25110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389DF86-9CF7-644A-ABC2-A5C2ED969516}" type="datetimeFigureOut">
              <a:rPr lang="es-CO" smtClean="0"/>
              <a:pPr/>
              <a:t>24/06/2025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CD977C5-3017-5F44-9832-D154137BF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48545" y="6484018"/>
            <a:ext cx="4182961" cy="25110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s-CO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A0AA22C5-96DD-B846-85FB-E8B3DC97357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2595" y="235458"/>
            <a:ext cx="1473922" cy="61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0561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anja vertical izquier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1752759E-8F1F-CA4F-BD59-0DF228699E41}"/>
              </a:ext>
            </a:extLst>
          </p:cNvPr>
          <p:cNvSpPr/>
          <p:nvPr userDrawn="1"/>
        </p:nvSpPr>
        <p:spPr>
          <a:xfrm flipV="1">
            <a:off x="-36162" y="-126611"/>
            <a:ext cx="6200752" cy="7090118"/>
          </a:xfrm>
          <a:prstGeom prst="rect">
            <a:avLst/>
          </a:prstGeom>
          <a:solidFill>
            <a:srgbClr val="545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F4443051-1DFB-844E-B447-A5E2A8EC67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02" y="1349865"/>
            <a:ext cx="5575494" cy="647748"/>
          </a:xfrm>
          <a:prstGeom prst="rect">
            <a:avLst/>
          </a:prstGeom>
        </p:spPr>
        <p:txBody>
          <a:bodyPr/>
          <a:lstStyle>
            <a:lvl1pPr>
              <a:defRPr sz="2200">
                <a:solidFill>
                  <a:schemeClr val="bg1"/>
                </a:solidFill>
              </a:defRPr>
            </a:lvl1pPr>
          </a:lstStyle>
          <a:p>
            <a:r>
              <a:rPr lang="es-ES"/>
              <a:t>Título de la diapositiva</a:t>
            </a:r>
            <a:endParaRPr lang="es-CO"/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6607D22F-668C-4E4B-8423-5DA29CE9719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04802" y="2208628"/>
            <a:ext cx="5575494" cy="39952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B1EFD37E-104C-0548-B3F4-15247384DFE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2595" y="235458"/>
            <a:ext cx="1470672" cy="614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1711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zul completo">
    <p:bg>
      <p:bgPr>
        <a:solidFill>
          <a:srgbClr val="5454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FBF49F41-7172-4448-82B4-B557ED092575}"/>
              </a:ext>
            </a:extLst>
          </p:cNvPr>
          <p:cNvSpPr/>
          <p:nvPr userDrawn="1"/>
        </p:nvSpPr>
        <p:spPr>
          <a:xfrm>
            <a:off x="6004561" y="1005874"/>
            <a:ext cx="6172892" cy="991739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F4443051-1DFB-844E-B447-A5E2A8EC67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46054" y="1349865"/>
            <a:ext cx="5458265" cy="366393"/>
          </a:xfrm>
          <a:prstGeom prst="rect">
            <a:avLst/>
          </a:prstGeom>
        </p:spPr>
        <p:txBody>
          <a:bodyPr/>
          <a:lstStyle>
            <a:lvl1pPr>
              <a:defRPr sz="2200">
                <a:solidFill>
                  <a:schemeClr val="tx1"/>
                </a:solidFill>
              </a:defRPr>
            </a:lvl1pPr>
          </a:lstStyle>
          <a:p>
            <a:r>
              <a:rPr lang="es-ES"/>
              <a:t>Título de la diapositiva</a:t>
            </a:r>
            <a:endParaRPr lang="es-CO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9746AA1F-CD74-AB4E-B844-4B601751EA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2595" y="235458"/>
            <a:ext cx="1470672" cy="614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010756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anja vertical con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88290B93-A534-E449-A31D-DD3CC0E59310}"/>
              </a:ext>
            </a:extLst>
          </p:cNvPr>
          <p:cNvSpPr/>
          <p:nvPr userDrawn="1"/>
        </p:nvSpPr>
        <p:spPr>
          <a:xfrm>
            <a:off x="6094412" y="-136525"/>
            <a:ext cx="6234747" cy="710120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F4443051-1DFB-844E-B447-A5E2A8EC67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02" y="1349865"/>
            <a:ext cx="5575494" cy="64774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</a:lstStyle>
          <a:p>
            <a:r>
              <a:rPr lang="es-ES"/>
              <a:t>Título de la diapositiva</a:t>
            </a:r>
            <a:endParaRPr lang="es-CO"/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6607D22F-668C-4E4B-8423-5DA29CE9719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04802" y="2208628"/>
            <a:ext cx="5575494" cy="39952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600">
                <a:solidFill>
                  <a:schemeClr val="tx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084756FF-4086-4A43-984F-09800BF06DE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2595" y="235458"/>
            <a:ext cx="1473922" cy="615600"/>
          </a:xfrm>
          <a:prstGeom prst="rect">
            <a:avLst/>
          </a:prstGeom>
        </p:spPr>
      </p:pic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D6584E7-278E-B541-801B-2ED2A0A4ABD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805" y="-136526"/>
            <a:ext cx="6232353" cy="710120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2742612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anja azul y franja ver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26D8F236-7022-E34C-B233-9027F6DDD739}"/>
              </a:ext>
            </a:extLst>
          </p:cNvPr>
          <p:cNvSpPr/>
          <p:nvPr userDrawn="1"/>
        </p:nvSpPr>
        <p:spPr>
          <a:xfrm>
            <a:off x="-42578" y="-42204"/>
            <a:ext cx="12337742" cy="1111903"/>
          </a:xfrm>
          <a:prstGeom prst="rect">
            <a:avLst/>
          </a:prstGeom>
          <a:solidFill>
            <a:srgbClr val="545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8825C95-B00A-F94F-AA8B-132BD1D57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9DF86-9CF7-644A-ABC2-A5C2ED969516}" type="datetimeFigureOut">
              <a:rPr lang="es-CO" smtClean="0"/>
              <a:pPr/>
              <a:t>24/06/2025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CD977C5-3017-5F44-9832-D154137BF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13F5093F-1AA4-0442-BADB-36A697E09A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2597" y="395158"/>
            <a:ext cx="1242270" cy="482911"/>
          </a:xfrm>
          <a:prstGeom prst="rect">
            <a:avLst/>
          </a:prstGeom>
        </p:spPr>
      </p:pic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6607D22F-668C-4E4B-8423-5DA29CE9719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04801" y="2208628"/>
            <a:ext cx="11371383" cy="39952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600">
                <a:solidFill>
                  <a:schemeClr val="tx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BBDFF49B-82AF-F744-9E06-506CD7FD18DE}"/>
              </a:ext>
            </a:extLst>
          </p:cNvPr>
          <p:cNvSpPr/>
          <p:nvPr userDrawn="1"/>
        </p:nvSpPr>
        <p:spPr>
          <a:xfrm>
            <a:off x="4740438" y="1069698"/>
            <a:ext cx="7554726" cy="858763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F4443051-1DFB-844E-B447-A5E2A8EC67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91500" y="1321729"/>
            <a:ext cx="6684684" cy="46486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s-ES"/>
              <a:t>Título de la diapositiva</a:t>
            </a:r>
            <a:endParaRPr lang="es-CO"/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D9C0086D-53D7-484D-B608-4C6D657045F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2595" y="235458"/>
            <a:ext cx="1470672" cy="614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651384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anja azul grande y franja amaril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26D8F236-7022-E34C-B233-9027F6DDD739}"/>
              </a:ext>
            </a:extLst>
          </p:cNvPr>
          <p:cNvSpPr/>
          <p:nvPr userDrawn="1"/>
        </p:nvSpPr>
        <p:spPr>
          <a:xfrm>
            <a:off x="-42578" y="-42204"/>
            <a:ext cx="12337742" cy="2616590"/>
          </a:xfrm>
          <a:prstGeom prst="rect">
            <a:avLst/>
          </a:prstGeom>
          <a:solidFill>
            <a:srgbClr val="545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8825C95-B00A-F94F-AA8B-132BD1D57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9DF86-9CF7-644A-ABC2-A5C2ED969516}" type="datetimeFigureOut">
              <a:rPr lang="es-CO" smtClean="0"/>
              <a:pPr/>
              <a:t>24/06/2025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CD977C5-3017-5F44-9832-D154137BF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13F5093F-1AA4-0442-BADB-36A697E09A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2597" y="395158"/>
            <a:ext cx="1242270" cy="482911"/>
          </a:xfrm>
          <a:prstGeom prst="rect">
            <a:avLst/>
          </a:prstGeom>
        </p:spPr>
      </p:pic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6607D22F-668C-4E4B-8423-5DA29CE9719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04801" y="3254928"/>
            <a:ext cx="11371383" cy="29489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600">
                <a:solidFill>
                  <a:schemeClr val="tx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BBDFF49B-82AF-F744-9E06-506CD7FD18DE}"/>
              </a:ext>
            </a:extLst>
          </p:cNvPr>
          <p:cNvSpPr/>
          <p:nvPr userDrawn="1"/>
        </p:nvSpPr>
        <p:spPr>
          <a:xfrm>
            <a:off x="-42578" y="2118962"/>
            <a:ext cx="7554726" cy="890336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F4443051-1DFB-844E-B447-A5E2A8EC67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00" y="1373928"/>
            <a:ext cx="11371383" cy="46486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s-ES"/>
              <a:t>Título de la diapositiva</a:t>
            </a:r>
            <a:endParaRPr lang="es-CO"/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A8A591D6-DB73-A847-97ED-53541A9DD7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62596" y="2372797"/>
            <a:ext cx="6954129" cy="53162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457200" indent="0">
              <a:buNone/>
              <a:defRPr sz="2000" b="0">
                <a:solidFill>
                  <a:schemeClr val="accent3"/>
                </a:solidFill>
              </a:defRPr>
            </a:lvl2pPr>
            <a:lvl3pPr marL="914400" indent="0">
              <a:buNone/>
              <a:defRPr sz="1800" b="0">
                <a:solidFill>
                  <a:schemeClr val="accent3"/>
                </a:solidFill>
              </a:defRPr>
            </a:lvl3pPr>
            <a:lvl4pPr marL="1371600" indent="0">
              <a:buNone/>
              <a:defRPr sz="1600" b="0">
                <a:solidFill>
                  <a:schemeClr val="accent3"/>
                </a:solidFill>
              </a:defRPr>
            </a:lvl4pPr>
            <a:lvl5pPr marL="1828800" indent="0">
              <a:buNone/>
              <a:defRPr sz="1600" b="0">
                <a:solidFill>
                  <a:schemeClr val="accent3"/>
                </a:solidFill>
              </a:defRPr>
            </a:lvl5pPr>
          </a:lstStyle>
          <a:p>
            <a:pPr lvl="0"/>
            <a:r>
              <a:rPr lang="es-ES"/>
              <a:t>Subtítulo de la diapositiva</a:t>
            </a:r>
            <a:endParaRPr lang="es-CO"/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5C9FA3AC-94C2-8742-94CF-B6A5D9C3EB6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2595" y="235458"/>
            <a:ext cx="1470672" cy="614242"/>
          </a:xfrm>
          <a:prstGeom prst="rect">
            <a:avLst/>
          </a:prstGeom>
        </p:spPr>
      </p:pic>
      <p:pic>
        <p:nvPicPr>
          <p:cNvPr id="13" name="Gráfico 12">
            <a:extLst>
              <a:ext uri="{FF2B5EF4-FFF2-40B4-BE49-F238E27FC236}">
                <a16:creationId xmlns:a16="http://schemas.microsoft.com/office/drawing/2014/main" id="{A204A457-BEB7-3446-B76E-682A3217109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164550" y="300013"/>
            <a:ext cx="761678" cy="6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98833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to a la izquier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E6EC8414-F800-AF4F-A347-22E1543303AD}"/>
              </a:ext>
            </a:extLst>
          </p:cNvPr>
          <p:cNvSpPr/>
          <p:nvPr userDrawn="1"/>
        </p:nvSpPr>
        <p:spPr>
          <a:xfrm>
            <a:off x="-197323" y="-123191"/>
            <a:ext cx="6064723" cy="7101205"/>
          </a:xfrm>
          <a:prstGeom prst="rect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" name="Marcador de posición de imagen 4">
            <a:extLst>
              <a:ext uri="{FF2B5EF4-FFF2-40B4-BE49-F238E27FC236}">
                <a16:creationId xmlns:a16="http://schemas.microsoft.com/office/drawing/2014/main" id="{23B6DA7C-AD8E-6C4B-850C-194909CD135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-196850" y="-136525"/>
            <a:ext cx="6064250" cy="712787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s-CO"/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F4443051-1DFB-844E-B447-A5E2A8EC67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38193" y="1349865"/>
            <a:ext cx="5575494" cy="64774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de la diapositiva</a:t>
            </a:r>
            <a:endParaRPr lang="es-CO" dirty="0"/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6607D22F-668C-4E4B-8423-5DA29CE9719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38193" y="2208628"/>
            <a:ext cx="5575494" cy="368573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600">
                <a:solidFill>
                  <a:schemeClr val="tx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CO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6C9DB59F-DDAE-F244-8F2E-EA78D937F6E3}"/>
              </a:ext>
            </a:extLst>
          </p:cNvPr>
          <p:cNvSpPr/>
          <p:nvPr userDrawn="1"/>
        </p:nvSpPr>
        <p:spPr>
          <a:xfrm>
            <a:off x="-197323" y="6132880"/>
            <a:ext cx="7554726" cy="858763"/>
          </a:xfrm>
          <a:prstGeom prst="rect">
            <a:avLst/>
          </a:prstGeom>
          <a:solidFill>
            <a:srgbClr val="545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E5C9ED6-4044-FC4A-9B9B-3EA7CA37D2F9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389DF86-9CF7-644A-ABC2-A5C2ED969516}" type="datetimeFigureOut">
              <a:rPr lang="es-CO" smtClean="0"/>
              <a:pPr/>
              <a:t>24/06/2025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911CA5A-788D-284E-BC3F-042132CB506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292503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to complet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71EF0C35-D091-8F46-A5B2-0DBB9CAF1CB0}"/>
              </a:ext>
            </a:extLst>
          </p:cNvPr>
          <p:cNvSpPr/>
          <p:nvPr userDrawn="1"/>
        </p:nvSpPr>
        <p:spPr>
          <a:xfrm>
            <a:off x="0" y="-125413"/>
            <a:ext cx="12317413" cy="7153276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314266C-1F5D-8047-876A-BE7F5703011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-125413"/>
            <a:ext cx="12317412" cy="7153276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endParaRPr lang="es-CO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B55A9208-3D23-8B49-948B-92C9633C8794}"/>
              </a:ext>
            </a:extLst>
          </p:cNvPr>
          <p:cNvSpPr/>
          <p:nvPr userDrawn="1"/>
        </p:nvSpPr>
        <p:spPr>
          <a:xfrm>
            <a:off x="938621" y="2236765"/>
            <a:ext cx="5877176" cy="431878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B6D6405-D4D2-FD4D-A4D2-32B47995A1F3}"/>
              </a:ext>
            </a:extLst>
          </p:cNvPr>
          <p:cNvSpPr/>
          <p:nvPr userDrawn="1"/>
        </p:nvSpPr>
        <p:spPr>
          <a:xfrm>
            <a:off x="938621" y="1006291"/>
            <a:ext cx="5877176" cy="1272676"/>
          </a:xfrm>
          <a:prstGeom prst="rect">
            <a:avLst/>
          </a:prstGeom>
          <a:solidFill>
            <a:srgbClr val="545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F4443051-1DFB-844E-B447-A5E2A8EC67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98907" y="1349865"/>
            <a:ext cx="5058164" cy="64774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Título de la diapositiva</a:t>
            </a:r>
            <a:endParaRPr lang="es-CO" dirty="0"/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6607D22F-668C-4E4B-8423-5DA29CE9719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98907" y="2518118"/>
            <a:ext cx="5058164" cy="368573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000">
                <a:solidFill>
                  <a:srgbClr val="5454E9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800">
                <a:solidFill>
                  <a:srgbClr val="5454E9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600">
                <a:solidFill>
                  <a:srgbClr val="5454E9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>
                <a:solidFill>
                  <a:srgbClr val="5454E9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>
                <a:solidFill>
                  <a:srgbClr val="5454E9"/>
                </a:solidFill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93518463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anja completa y foto">
    <p:bg>
      <p:bgPr>
        <a:solidFill>
          <a:srgbClr val="5454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41AB5CD-89A4-6C45-8CEB-FE1FC071C14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4413" y="-161925"/>
            <a:ext cx="6240462" cy="715327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s-CO"/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F4443051-1DFB-844E-B447-A5E2A8EC67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02" y="1349865"/>
            <a:ext cx="5575494" cy="64774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s-ES"/>
              <a:t>Título de la diapositiva</a:t>
            </a:r>
            <a:endParaRPr lang="es-CO"/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6607D22F-668C-4E4B-8423-5DA29CE9719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04802" y="2208628"/>
            <a:ext cx="5575494" cy="368573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8B230DFD-DC56-C642-92F6-085A30812C34}"/>
              </a:ext>
            </a:extLst>
          </p:cNvPr>
          <p:cNvSpPr/>
          <p:nvPr userDrawn="1"/>
        </p:nvSpPr>
        <p:spPr>
          <a:xfrm>
            <a:off x="5501830" y="6132880"/>
            <a:ext cx="6962145" cy="8587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4F21563-73B4-4549-8911-B0D06CF34F4D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5880296" y="6399612"/>
            <a:ext cx="1428466" cy="251105"/>
          </a:xfrm>
        </p:spPr>
        <p:txBody>
          <a:bodyPr/>
          <a:lstStyle/>
          <a:p>
            <a:fld id="{0389DF86-9CF7-644A-ABC2-A5C2ED969516}" type="datetimeFigureOut">
              <a:rPr lang="es-CO" smtClean="0"/>
              <a:pPr/>
              <a:t>24/06/2025</a:t>
            </a:fld>
            <a:endParaRPr lang="es-CO"/>
          </a:p>
        </p:txBody>
      </p:sp>
      <p:sp>
        <p:nvSpPr>
          <p:cNvPr id="12" name="Marcador de pie de página 11">
            <a:extLst>
              <a:ext uri="{FF2B5EF4-FFF2-40B4-BE49-F238E27FC236}">
                <a16:creationId xmlns:a16="http://schemas.microsoft.com/office/drawing/2014/main" id="{769D2ECD-4E9B-8545-AF6B-FC8377A57A6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7592717" y="6399612"/>
            <a:ext cx="4182961" cy="251105"/>
          </a:xfrm>
        </p:spPr>
        <p:txBody>
          <a:bodyPr/>
          <a:lstStyle/>
          <a:p>
            <a:endParaRPr lang="es-CO"/>
          </a:p>
        </p:txBody>
      </p:sp>
      <p:pic>
        <p:nvPicPr>
          <p:cNvPr id="13" name="Gráfico 12">
            <a:extLst>
              <a:ext uri="{FF2B5EF4-FFF2-40B4-BE49-F238E27FC236}">
                <a16:creationId xmlns:a16="http://schemas.microsoft.com/office/drawing/2014/main" id="{4678CDED-27A5-5943-9F6B-EA131C288FD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2595" y="235458"/>
            <a:ext cx="1470672" cy="614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4472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anja azul amp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26D8F236-7022-E34C-B233-9027F6DDD739}"/>
              </a:ext>
            </a:extLst>
          </p:cNvPr>
          <p:cNvSpPr/>
          <p:nvPr userDrawn="1"/>
        </p:nvSpPr>
        <p:spPr>
          <a:xfrm>
            <a:off x="-42578" y="-42204"/>
            <a:ext cx="12337742" cy="5578475"/>
          </a:xfrm>
          <a:prstGeom prst="rect">
            <a:avLst/>
          </a:prstGeom>
          <a:solidFill>
            <a:srgbClr val="545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8825C95-B00A-F94F-AA8B-132BD1D57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9DF86-9CF7-644A-ABC2-A5C2ED969516}" type="datetimeFigureOut">
              <a:rPr lang="es-CO" smtClean="0"/>
              <a:pPr/>
              <a:t>24/06/2025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CD977C5-3017-5F44-9832-D154137BF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13F5093F-1AA4-0442-BADB-36A697E09A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2597" y="395158"/>
            <a:ext cx="1242270" cy="482911"/>
          </a:xfrm>
          <a:prstGeom prst="rect">
            <a:avLst/>
          </a:prstGeom>
        </p:spPr>
      </p:pic>
      <p:sp>
        <p:nvSpPr>
          <p:cNvPr id="7" name="Título 6">
            <a:extLst>
              <a:ext uri="{FF2B5EF4-FFF2-40B4-BE49-F238E27FC236}">
                <a16:creationId xmlns:a16="http://schemas.microsoft.com/office/drawing/2014/main" id="{F4443051-1DFB-844E-B447-A5E2A8EC67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02" y="1321729"/>
            <a:ext cx="7052602" cy="578596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s-ES"/>
              <a:t>Título de la diapositiva</a:t>
            </a:r>
            <a:endParaRPr lang="es-CO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4532BBA7-286A-444A-9D99-EF029176E4B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2595" y="235458"/>
            <a:ext cx="1470672" cy="614242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0496A4D0-BC95-3C46-AE7A-CA355846B0C3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164550" y="300013"/>
            <a:ext cx="761678" cy="6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9869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título 6">
            <a:extLst>
              <a:ext uri="{FF2B5EF4-FFF2-40B4-BE49-F238E27FC236}">
                <a16:creationId xmlns:a16="http://schemas.microsoft.com/office/drawing/2014/main" id="{3FF99415-B0C8-1241-95EA-F97AD3EB8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75883"/>
            <a:ext cx="470075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94605" r:id="rId1"/>
    <p:sldLayoutId id="2147494685" r:id="rId2"/>
    <p:sldLayoutId id="2147494686" r:id="rId3"/>
    <p:sldLayoutId id="2147494687" r:id="rId4"/>
    <p:sldLayoutId id="2147494688" r:id="rId5"/>
    <p:sldLayoutId id="2147494689" r:id="rId6"/>
  </p:sldLayoutIdLst>
  <p:hf hdr="0"/>
  <p:txStyles>
    <p:titleStyle>
      <a:lvl1pPr algn="l" defTabSz="608013" rtl="0" eaLnBrk="1" fontAlgn="base" hangingPunct="1">
        <a:spcBef>
          <a:spcPct val="0"/>
        </a:spcBef>
        <a:spcAft>
          <a:spcPct val="0"/>
        </a:spcAft>
        <a:defRPr sz="2400" b="0" kern="1200" baseline="0">
          <a:solidFill>
            <a:schemeClr val="tx1"/>
          </a:solidFill>
          <a:latin typeface="+mj-lt"/>
          <a:ea typeface="ＭＳ Ｐゴシック" charset="0"/>
          <a:cs typeface="ＭＳ Ｐゴシック" charset="0"/>
        </a:defRPr>
      </a:lvl1pPr>
      <a:lvl2pPr algn="l" defTabSz="608013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33A0"/>
          </a:solidFill>
          <a:latin typeface="Arial" charset="0"/>
          <a:ea typeface="ＭＳ Ｐゴシック" charset="0"/>
          <a:cs typeface="ＭＳ Ｐゴシック" charset="0"/>
        </a:defRPr>
      </a:lvl2pPr>
      <a:lvl3pPr algn="l" defTabSz="608013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33A0"/>
          </a:solidFill>
          <a:latin typeface="Arial" charset="0"/>
          <a:ea typeface="ＭＳ Ｐゴシック" charset="0"/>
          <a:cs typeface="ＭＳ Ｐゴシック" charset="0"/>
        </a:defRPr>
      </a:lvl3pPr>
      <a:lvl4pPr algn="l" defTabSz="608013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33A0"/>
          </a:solidFill>
          <a:latin typeface="Arial" charset="0"/>
          <a:ea typeface="ＭＳ Ｐゴシック" charset="0"/>
          <a:cs typeface="ＭＳ Ｐゴシック" charset="0"/>
        </a:defRPr>
      </a:lvl4pPr>
      <a:lvl5pPr algn="l" defTabSz="608013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33A0"/>
          </a:solidFill>
          <a:latin typeface="Arial" charset="0"/>
          <a:ea typeface="ＭＳ Ｐゴシック" charset="0"/>
          <a:cs typeface="ＭＳ Ｐゴシック" charset="0"/>
        </a:defRPr>
      </a:lvl5pPr>
      <a:lvl6pPr marL="608853" algn="l" defTabSz="608853" rtl="0" eaLnBrk="1" fontAlgn="base" hangingPunct="1">
        <a:spcBef>
          <a:spcPct val="0"/>
        </a:spcBef>
        <a:spcAft>
          <a:spcPct val="0"/>
        </a:spcAft>
        <a:defRPr sz="2700">
          <a:solidFill>
            <a:srgbClr val="0033A0"/>
          </a:solidFill>
          <a:latin typeface="Arial" charset="0"/>
          <a:ea typeface="ＭＳ Ｐゴシック" charset="0"/>
          <a:cs typeface="ＭＳ Ｐゴシック" charset="0"/>
        </a:defRPr>
      </a:lvl6pPr>
      <a:lvl7pPr marL="1217706" algn="l" defTabSz="608853" rtl="0" eaLnBrk="1" fontAlgn="base" hangingPunct="1">
        <a:spcBef>
          <a:spcPct val="0"/>
        </a:spcBef>
        <a:spcAft>
          <a:spcPct val="0"/>
        </a:spcAft>
        <a:defRPr sz="2700">
          <a:solidFill>
            <a:srgbClr val="0033A0"/>
          </a:solidFill>
          <a:latin typeface="Arial" charset="0"/>
          <a:ea typeface="ＭＳ Ｐゴシック" charset="0"/>
          <a:cs typeface="ＭＳ Ｐゴシック" charset="0"/>
        </a:defRPr>
      </a:lvl7pPr>
      <a:lvl8pPr marL="1826560" algn="l" defTabSz="608853" rtl="0" eaLnBrk="1" fontAlgn="base" hangingPunct="1">
        <a:spcBef>
          <a:spcPct val="0"/>
        </a:spcBef>
        <a:spcAft>
          <a:spcPct val="0"/>
        </a:spcAft>
        <a:defRPr sz="2700">
          <a:solidFill>
            <a:srgbClr val="0033A0"/>
          </a:solidFill>
          <a:latin typeface="Arial" charset="0"/>
          <a:ea typeface="ＭＳ Ｐゴシック" charset="0"/>
          <a:cs typeface="ＭＳ Ｐゴシック" charset="0"/>
        </a:defRPr>
      </a:lvl8pPr>
      <a:lvl9pPr marL="2435413" algn="l" defTabSz="608853" rtl="0" eaLnBrk="1" fontAlgn="base" hangingPunct="1">
        <a:spcBef>
          <a:spcPct val="0"/>
        </a:spcBef>
        <a:spcAft>
          <a:spcPct val="0"/>
        </a:spcAft>
        <a:defRPr sz="2700">
          <a:solidFill>
            <a:srgbClr val="0033A0"/>
          </a:solidFill>
          <a:latin typeface="Arial" charset="0"/>
          <a:ea typeface="ＭＳ Ｐゴシック" charset="0"/>
          <a:cs typeface="ＭＳ Ｐゴシック" charset="0"/>
        </a:defRPr>
      </a:lvl9pPr>
    </p:titleStyle>
    <p:bodyStyle>
      <a:lvl1pPr marL="455613" indent="-455613" algn="l" defTabSz="608013" rtl="0" eaLnBrk="1" fontAlgn="base" hangingPunct="1">
        <a:lnSpc>
          <a:spcPct val="130000"/>
        </a:lnSpc>
        <a:spcBef>
          <a:spcPct val="20000"/>
        </a:spcBef>
        <a:spcAft>
          <a:spcPct val="0"/>
        </a:spcAft>
        <a:buFont typeface="Arial" charset="0"/>
        <a:defRPr sz="1200" kern="1200">
          <a:solidFill>
            <a:srgbClr val="676767"/>
          </a:solidFill>
          <a:latin typeface="+mn-lt"/>
          <a:ea typeface="ＭＳ Ｐゴシック" charset="0"/>
          <a:cs typeface="ＭＳ Ｐゴシック" charset="0"/>
        </a:defRPr>
      </a:lvl1pPr>
      <a:lvl2pPr marL="230188" indent="-230188" algn="l" defTabSz="608013" rtl="0" eaLnBrk="1" fontAlgn="base" hangingPunct="1">
        <a:lnSpc>
          <a:spcPct val="130000"/>
        </a:lnSpc>
        <a:spcBef>
          <a:spcPts val="300"/>
        </a:spcBef>
        <a:spcAft>
          <a:spcPct val="0"/>
        </a:spcAft>
        <a:buClr>
          <a:srgbClr val="E3E829"/>
        </a:buClr>
        <a:buSzPct val="120000"/>
        <a:buFont typeface="Arial" charset="0"/>
        <a:buChar char="•"/>
        <a:defRPr sz="1200" kern="1200">
          <a:solidFill>
            <a:srgbClr val="676767"/>
          </a:solidFill>
          <a:latin typeface="+mn-lt"/>
          <a:ea typeface="ＭＳ Ｐゴシック" charset="0"/>
          <a:cs typeface="+mn-cs"/>
        </a:defRPr>
      </a:lvl2pPr>
      <a:lvl3pPr marL="454025" indent="-223838" algn="l" defTabSz="608013" rtl="0" eaLnBrk="1" fontAlgn="base" hangingPunct="1">
        <a:lnSpc>
          <a:spcPct val="130000"/>
        </a:lnSpc>
        <a:spcBef>
          <a:spcPts val="300"/>
        </a:spcBef>
        <a:spcAft>
          <a:spcPct val="0"/>
        </a:spcAft>
        <a:buClr>
          <a:srgbClr val="0033A0"/>
        </a:buClr>
        <a:buFont typeface="Wingdings" charset="0"/>
        <a:buChar char="§"/>
        <a:defRPr sz="1200" kern="1200">
          <a:solidFill>
            <a:srgbClr val="676767"/>
          </a:solidFill>
          <a:latin typeface="+mn-lt"/>
          <a:ea typeface="ＭＳ Ｐゴシック" charset="0"/>
          <a:cs typeface="+mn-cs"/>
        </a:defRPr>
      </a:lvl3pPr>
      <a:lvl4pPr marL="758825" indent="-303213" algn="l" defTabSz="608013" rtl="0" eaLnBrk="1" fontAlgn="base" hangingPunct="1">
        <a:lnSpc>
          <a:spcPct val="130000"/>
        </a:lnSpc>
        <a:spcBef>
          <a:spcPts val="300"/>
        </a:spcBef>
        <a:spcAft>
          <a:spcPct val="0"/>
        </a:spcAft>
        <a:buClr>
          <a:srgbClr val="00AEC7"/>
        </a:buClr>
        <a:buFont typeface="Lucida Grande" charset="0"/>
        <a:buChar char="‣"/>
        <a:defRPr sz="1200" kern="1200">
          <a:solidFill>
            <a:srgbClr val="676767"/>
          </a:solidFill>
          <a:latin typeface="+mn-lt"/>
          <a:ea typeface="ＭＳ Ｐゴシック" charset="0"/>
          <a:cs typeface="+mn-cs"/>
        </a:defRPr>
      </a:lvl4pPr>
      <a:lvl5pPr marL="985838" indent="-225425" algn="l" defTabSz="608013" rtl="0" eaLnBrk="1" fontAlgn="base" hangingPunct="1">
        <a:lnSpc>
          <a:spcPct val="130000"/>
        </a:lnSpc>
        <a:spcBef>
          <a:spcPts val="300"/>
        </a:spcBef>
        <a:spcAft>
          <a:spcPct val="0"/>
        </a:spcAft>
        <a:buClr>
          <a:schemeClr val="accent1"/>
        </a:buClr>
        <a:buFont typeface="Arial" charset="0"/>
        <a:buChar char="•"/>
        <a:defRPr sz="1200" kern="1200">
          <a:solidFill>
            <a:srgbClr val="676767"/>
          </a:solidFill>
          <a:latin typeface="+mn-lt"/>
          <a:ea typeface="ＭＳ Ｐゴシック" charset="0"/>
          <a:cs typeface="+mn-cs"/>
        </a:defRPr>
      </a:lvl5pPr>
      <a:lvl6pPr marL="3348693" indent="-304427" algn="l" defTabSz="608853" rtl="0" eaLnBrk="1" latinLnBrk="0" hangingPunct="1">
        <a:spcBef>
          <a:spcPct val="20000"/>
        </a:spcBef>
        <a:buFont typeface="Arial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57546" indent="-304427" algn="l" defTabSz="608853" rtl="0" eaLnBrk="1" latinLnBrk="0" hangingPunct="1">
        <a:spcBef>
          <a:spcPct val="20000"/>
        </a:spcBef>
        <a:buFont typeface="Arial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66399" indent="-304427" algn="l" defTabSz="608853" rtl="0" eaLnBrk="1" latinLnBrk="0" hangingPunct="1">
        <a:spcBef>
          <a:spcPct val="20000"/>
        </a:spcBef>
        <a:buFont typeface="Arial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75253" indent="-304427" algn="l" defTabSz="608853" rtl="0" eaLnBrk="1" latinLnBrk="0" hangingPunct="1">
        <a:spcBef>
          <a:spcPct val="20000"/>
        </a:spcBef>
        <a:buFont typeface="Arial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885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8853" algn="l" defTabSz="60885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7706" algn="l" defTabSz="60885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6560" algn="l" defTabSz="60885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5413" algn="l" defTabSz="60885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4266" algn="l" defTabSz="60885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3119" algn="l" defTabSz="60885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1973" algn="l" defTabSz="60885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0826" algn="l" defTabSz="60885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6481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94619" r:id="rId1"/>
    <p:sldLayoutId id="2147494691" r:id="rId2"/>
    <p:sldLayoutId id="2147494690" r:id="rId3"/>
    <p:sldLayoutId id="2147494704" r:id="rId4"/>
    <p:sldLayoutId id="2147494705" r:id="rId5"/>
    <p:sldLayoutId id="2147494706" r:id="rId6"/>
  </p:sldLayoutIdLst>
  <p:hf hdr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alpha val="9804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A9ED10E-F495-3C40-BD87-A6D700A5B6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4801" y="6484018"/>
            <a:ext cx="1428466" cy="2511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5454E9"/>
                </a:solidFill>
              </a:defRPr>
            </a:lvl1pPr>
          </a:lstStyle>
          <a:p>
            <a:fld id="{0389DF86-9CF7-644A-ABC2-A5C2ED969516}" type="datetimeFigureOut">
              <a:rPr lang="es-CO" smtClean="0"/>
              <a:pPr/>
              <a:t>24/06/2025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7885F37-2003-974A-86AF-3C8EC157AA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17222" y="6484018"/>
            <a:ext cx="4182961" cy="2511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>
                <a:solidFill>
                  <a:srgbClr val="5454E9"/>
                </a:solidFill>
              </a:defRPr>
            </a:lvl1pPr>
          </a:lstStyle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6645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94708" r:id="rId1"/>
    <p:sldLayoutId id="2147494709" r:id="rId2"/>
    <p:sldLayoutId id="2147494710" r:id="rId3"/>
    <p:sldLayoutId id="2147494725" r:id="rId4"/>
    <p:sldLayoutId id="2147494726" r:id="rId5"/>
    <p:sldLayoutId id="2147494712" r:id="rId6"/>
    <p:sldLayoutId id="2147494713" r:id="rId7"/>
    <p:sldLayoutId id="2147494714" r:id="rId8"/>
    <p:sldLayoutId id="2147494715" r:id="rId9"/>
    <p:sldLayoutId id="2147494716" r:id="rId10"/>
    <p:sldLayoutId id="2147494717" r:id="rId11"/>
    <p:sldLayoutId id="2147494724" r:id="rId1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1200" b="0" kern="1200">
          <a:solidFill>
            <a:srgbClr val="5454E9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4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AF8589-F9C0-9245-A588-BC2436134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778" y="4033006"/>
            <a:ext cx="5264074" cy="461534"/>
          </a:xfrm>
        </p:spPr>
        <p:txBody>
          <a:bodyPr/>
          <a:lstStyle/>
          <a:p>
            <a:r>
              <a:rPr lang="es-MX" sz="2400" dirty="0"/>
              <a:t>Pronóstico de la Demanda para Productos de Vida Útil Corta, en la categoría de líquidos, en una Empresa B2B de Derivados Lácteos </a:t>
            </a:r>
            <a:endParaRPr lang="es-CO" sz="2800" b="1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D43BBDE-2D07-A240-9EA2-354DE608E37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36522" y="4792147"/>
            <a:ext cx="3866595" cy="863935"/>
          </a:xfrm>
        </p:spPr>
        <p:txBody>
          <a:bodyPr lIns="91440" tIns="45720" rIns="91440" bIns="45720" anchor="t"/>
          <a:lstStyle/>
          <a:p>
            <a:pPr marL="455295" indent="-455295"/>
            <a:r>
              <a:rPr lang="es-CO" sz="1200" dirty="0">
                <a:ea typeface="ＭＳ Ｐゴシック"/>
              </a:rPr>
              <a:t>Cano, Andrés</a:t>
            </a:r>
          </a:p>
          <a:p>
            <a:pPr marL="455295" indent="-455295"/>
            <a:r>
              <a:rPr lang="es-CO" sz="1200" dirty="0">
                <a:solidFill>
                  <a:schemeClr val="tx1"/>
                </a:solidFill>
                <a:ea typeface="ＭＳ Ｐゴシック"/>
              </a:rPr>
              <a:t>Meneses, Andrés</a:t>
            </a:r>
          </a:p>
          <a:p>
            <a:pPr marL="455295" indent="-455295"/>
            <a:r>
              <a:rPr lang="es-CO" sz="1200" dirty="0">
                <a:ea typeface="ＭＳ Ｐゴシック"/>
              </a:rPr>
              <a:t>Reales, </a:t>
            </a:r>
            <a:r>
              <a:rPr lang="es-CO" sz="1200" dirty="0" err="1">
                <a:ea typeface="ＭＳ Ｐゴシック"/>
              </a:rPr>
              <a:t>Jhonattan</a:t>
            </a:r>
            <a:endParaRPr lang="es-CO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37837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5E8A7E2-A716-344A-BA84-6828757C1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B194E-E808-0B40-A05B-8A442F73F8B1}" type="datetime1">
              <a:rPr lang="es-CO" smtClean="0"/>
              <a:t>24/06/2025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69F087C-79CB-E44B-A0ED-9702E7CC9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4</a:t>
            </a: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97F3FF72-2BF1-4D4F-8974-5CCAFA5B0C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773" y="1047717"/>
            <a:ext cx="11371383" cy="647748"/>
          </a:xfrm>
        </p:spPr>
        <p:txBody>
          <a:bodyPr lIns="91440" tIns="45720" rIns="91440" bIns="45720" anchor="t"/>
          <a:lstStyle/>
          <a:p>
            <a:pPr algn="ctr"/>
            <a:r>
              <a:rPr lang="es-CO" b="1" dirty="0">
                <a:cs typeface="Arial"/>
              </a:rPr>
              <a:t>CONTEXTO</a:t>
            </a:r>
          </a:p>
        </p:txBody>
      </p:sp>
      <p:grpSp>
        <p:nvGrpSpPr>
          <p:cNvPr id="19" name="Grupo 18">
            <a:extLst>
              <a:ext uri="{FF2B5EF4-FFF2-40B4-BE49-F238E27FC236}">
                <a16:creationId xmlns:a16="http://schemas.microsoft.com/office/drawing/2014/main" id="{D52792E7-64D6-D937-A93F-31592779BD37}"/>
              </a:ext>
            </a:extLst>
          </p:cNvPr>
          <p:cNvGrpSpPr/>
          <p:nvPr/>
        </p:nvGrpSpPr>
        <p:grpSpPr>
          <a:xfrm>
            <a:off x="154207" y="1639492"/>
            <a:ext cx="2268000" cy="5095631"/>
            <a:chOff x="154207" y="1967040"/>
            <a:chExt cx="2268000" cy="5547437"/>
          </a:xfrm>
        </p:grpSpPr>
        <p:grpSp>
          <p:nvGrpSpPr>
            <p:cNvPr id="16" name="Grupo 15">
              <a:extLst>
                <a:ext uri="{FF2B5EF4-FFF2-40B4-BE49-F238E27FC236}">
                  <a16:creationId xmlns:a16="http://schemas.microsoft.com/office/drawing/2014/main" id="{C69CB187-10BB-0D9E-5527-146022E46A61}"/>
                </a:ext>
              </a:extLst>
            </p:cNvPr>
            <p:cNvGrpSpPr/>
            <p:nvPr/>
          </p:nvGrpSpPr>
          <p:grpSpPr>
            <a:xfrm>
              <a:off x="154207" y="1967040"/>
              <a:ext cx="2268000" cy="5547437"/>
              <a:chOff x="154207" y="1967040"/>
              <a:chExt cx="2268000" cy="5547437"/>
            </a:xfrm>
          </p:grpSpPr>
          <p:sp>
            <p:nvSpPr>
              <p:cNvPr id="7" name="Rectángulo 6">
                <a:extLst>
                  <a:ext uri="{FF2B5EF4-FFF2-40B4-BE49-F238E27FC236}">
                    <a16:creationId xmlns:a16="http://schemas.microsoft.com/office/drawing/2014/main" id="{BDD8EB7E-6744-D640-82E7-5F05DDC7B75E}"/>
                  </a:ext>
                </a:extLst>
              </p:cNvPr>
              <p:cNvSpPr/>
              <p:nvPr/>
            </p:nvSpPr>
            <p:spPr>
              <a:xfrm>
                <a:off x="154207" y="1967040"/>
                <a:ext cx="2268000" cy="554743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dist="25400" dir="1620000" algn="tl" rotWithShape="0">
                  <a:prstClr val="black">
                    <a:alpha val="66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:r>
                  <a:rPr lang="es-MX" sz="1400" dirty="0">
                    <a:solidFill>
                      <a:schemeClr val="tx1"/>
                    </a:solidFill>
                  </a:rPr>
                  <a:t>La empresa objeto de estudio es una compañía B2B que comercializa productos lácteos, entre ellos una categoría crítica de productos líquidos con vida útil corta. Debido a la naturaleza perecedera de estos productos, la sincronización entre la producción, el despacho y la demanda real es esencial para evitar pérdidas por vencimiento o por falta de disponibilidad en los puntos de distribución</a:t>
                </a:r>
                <a:endParaRPr lang="es-CO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" name="Rectángulo 7">
                <a:extLst>
                  <a:ext uri="{FF2B5EF4-FFF2-40B4-BE49-F238E27FC236}">
                    <a16:creationId xmlns:a16="http://schemas.microsoft.com/office/drawing/2014/main" id="{B1FBC1F5-4A24-444C-B6B0-C83C903B145C}"/>
                  </a:ext>
                </a:extLst>
              </p:cNvPr>
              <p:cNvSpPr/>
              <p:nvPr/>
            </p:nvSpPr>
            <p:spPr>
              <a:xfrm>
                <a:off x="154207" y="1967040"/>
                <a:ext cx="2268000" cy="689317"/>
              </a:xfrm>
              <a:prstGeom prst="rect">
                <a:avLst/>
              </a:prstGeom>
              <a:solidFill>
                <a:schemeClr val="tx2"/>
              </a:solidFill>
              <a:ln>
                <a:solidFill>
                  <a:srgbClr val="5454E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>
                  <a:solidFill>
                    <a:srgbClr val="5454E9"/>
                  </a:solidFill>
                </a:endParaRPr>
              </a:p>
            </p:txBody>
          </p:sp>
        </p:grpSp>
        <p:sp>
          <p:nvSpPr>
            <p:cNvPr id="9" name="CuadroTexto 8">
              <a:extLst>
                <a:ext uri="{FF2B5EF4-FFF2-40B4-BE49-F238E27FC236}">
                  <a16:creationId xmlns:a16="http://schemas.microsoft.com/office/drawing/2014/main" id="{1576919E-A862-A045-9311-1E2E28F7E3BB}"/>
                </a:ext>
              </a:extLst>
            </p:cNvPr>
            <p:cNvSpPr txBox="1"/>
            <p:nvPr/>
          </p:nvSpPr>
          <p:spPr>
            <a:xfrm>
              <a:off x="178879" y="2117083"/>
              <a:ext cx="2230685" cy="335066"/>
            </a:xfrm>
            <a:prstGeom prst="rect">
              <a:avLst/>
            </a:prstGeom>
            <a:noFill/>
          </p:spPr>
          <p:txBody>
            <a:bodyPr wrap="square" lIns="72000" tIns="45720" rIns="72000" bIns="45720" rtlCol="0" anchor="t">
              <a:spAutoFit/>
            </a:bodyPr>
            <a:lstStyle/>
            <a:p>
              <a:pPr algn="ctr"/>
              <a:r>
                <a:rPr lang="es-CO" sz="1400" b="1" dirty="0">
                  <a:solidFill>
                    <a:schemeClr val="bg1"/>
                  </a:solidFill>
                  <a:latin typeface="Arial"/>
                  <a:ea typeface="ＭＳ Ｐゴシック"/>
                </a:rPr>
                <a:t>Análisis del Problema</a:t>
              </a:r>
            </a:p>
          </p:txBody>
        </p:sp>
      </p:grpSp>
      <p:grpSp>
        <p:nvGrpSpPr>
          <p:cNvPr id="15" name="Grupo 14">
            <a:extLst>
              <a:ext uri="{FF2B5EF4-FFF2-40B4-BE49-F238E27FC236}">
                <a16:creationId xmlns:a16="http://schemas.microsoft.com/office/drawing/2014/main" id="{6622E13A-0219-07B7-E9D2-040C2B9EEF2C}"/>
              </a:ext>
            </a:extLst>
          </p:cNvPr>
          <p:cNvGrpSpPr/>
          <p:nvPr/>
        </p:nvGrpSpPr>
        <p:grpSpPr>
          <a:xfrm>
            <a:off x="2556881" y="1624918"/>
            <a:ext cx="2279766" cy="4281898"/>
            <a:chOff x="2563773" y="1948993"/>
            <a:chExt cx="2279766" cy="4075095"/>
          </a:xfrm>
        </p:grpSpPr>
        <p:sp>
          <p:nvSpPr>
            <p:cNvPr id="17" name="Rectángulo 16">
              <a:extLst>
                <a:ext uri="{FF2B5EF4-FFF2-40B4-BE49-F238E27FC236}">
                  <a16:creationId xmlns:a16="http://schemas.microsoft.com/office/drawing/2014/main" id="{E8796736-805C-454C-B016-90CE507C8BB5}"/>
                </a:ext>
              </a:extLst>
            </p:cNvPr>
            <p:cNvSpPr/>
            <p:nvPr/>
          </p:nvSpPr>
          <p:spPr>
            <a:xfrm>
              <a:off x="2566630" y="2598969"/>
              <a:ext cx="2268000" cy="34251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dist="25400" dir="1620000" algn="tl" rotWithShape="0">
                <a:prstClr val="black">
                  <a:alpha val="6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es-MX" sz="1400" dirty="0">
                  <a:solidFill>
                    <a:schemeClr val="tx1"/>
                  </a:solidFill>
                </a:rPr>
                <a:t>Actualmente, la empresa enfrenta dificultades para predecir la demanda real de los productos líquidos, lo cual genera:</a:t>
              </a:r>
            </a:p>
            <a:p>
              <a:endParaRPr lang="es-MX" sz="1400" dirty="0">
                <a:solidFill>
                  <a:schemeClr val="tx1"/>
                </a:solidFill>
              </a:endParaRPr>
            </a:p>
            <a:p>
              <a:pPr marL="179388" indent="-179388">
                <a:buFont typeface="Arial" panose="020B0604020202020204" pitchFamily="34" charset="0"/>
                <a:buChar char="•"/>
              </a:pPr>
              <a:r>
                <a:rPr lang="es-MX" sz="1400" dirty="0">
                  <a:solidFill>
                    <a:schemeClr val="tx1"/>
                  </a:solidFill>
                </a:rPr>
                <a:t>Exceso de inventario y deterioro de producto.</a:t>
              </a:r>
            </a:p>
            <a:p>
              <a:pPr marL="179388" indent="-179388">
                <a:buFont typeface="Arial" panose="020B0604020202020204" pitchFamily="34" charset="0"/>
                <a:buChar char="•"/>
              </a:pPr>
              <a:r>
                <a:rPr lang="es-MX" sz="1400" dirty="0">
                  <a:solidFill>
                    <a:schemeClr val="tx1"/>
                  </a:solidFill>
                </a:rPr>
                <a:t>Faltantes en puntos de venta que derivan en venta perdida.</a:t>
              </a:r>
            </a:p>
            <a:p>
              <a:pPr marL="179388" indent="-179388">
                <a:buFont typeface="Arial" panose="020B0604020202020204" pitchFamily="34" charset="0"/>
                <a:buChar char="•"/>
              </a:pPr>
              <a:r>
                <a:rPr lang="es-MX" sz="1400" dirty="0">
                  <a:solidFill>
                    <a:schemeClr val="tx1"/>
                  </a:solidFill>
                </a:rPr>
                <a:t>Ineficiencia en la logística de abastecimiento y distribución.</a:t>
              </a:r>
            </a:p>
            <a:p>
              <a:pPr marL="179388" indent="-179388">
                <a:buFont typeface="Arial" panose="020B0604020202020204" pitchFamily="34" charset="0"/>
                <a:buChar char="•"/>
              </a:pPr>
              <a:endParaRPr lang="es-CO" sz="1200" dirty="0">
                <a:solidFill>
                  <a:schemeClr val="tx1"/>
                </a:solidFill>
              </a:endParaRPr>
            </a:p>
          </p:txBody>
        </p:sp>
        <p:sp>
          <p:nvSpPr>
            <p:cNvPr id="20" name="Rectángulo 19">
              <a:extLst>
                <a:ext uri="{FF2B5EF4-FFF2-40B4-BE49-F238E27FC236}">
                  <a16:creationId xmlns:a16="http://schemas.microsoft.com/office/drawing/2014/main" id="{521DF22F-7178-7D45-B8B3-A7E235136010}"/>
                </a:ext>
              </a:extLst>
            </p:cNvPr>
            <p:cNvSpPr/>
            <p:nvPr/>
          </p:nvSpPr>
          <p:spPr>
            <a:xfrm>
              <a:off x="2563773" y="1948993"/>
              <a:ext cx="2279766" cy="616465"/>
            </a:xfrm>
            <a:prstGeom prst="rect">
              <a:avLst/>
            </a:prstGeom>
            <a:solidFill>
              <a:schemeClr val="accent2"/>
            </a:solidFill>
            <a:ln>
              <a:solidFill>
                <a:srgbClr val="E4EB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>
                <a:solidFill>
                  <a:srgbClr val="5454E9"/>
                </a:solidFill>
              </a:endParaRPr>
            </a:p>
          </p:txBody>
        </p:sp>
        <p:sp>
          <p:nvSpPr>
            <p:cNvPr id="21" name="CuadroTexto 20">
              <a:extLst>
                <a:ext uri="{FF2B5EF4-FFF2-40B4-BE49-F238E27FC236}">
                  <a16:creationId xmlns:a16="http://schemas.microsoft.com/office/drawing/2014/main" id="{7D569331-DC35-F24D-B0F9-CC987DBA4B37}"/>
                </a:ext>
              </a:extLst>
            </p:cNvPr>
            <p:cNvSpPr txBox="1"/>
            <p:nvPr/>
          </p:nvSpPr>
          <p:spPr>
            <a:xfrm>
              <a:off x="2684592" y="2072952"/>
              <a:ext cx="2025630" cy="335066"/>
            </a:xfrm>
            <a:prstGeom prst="rect">
              <a:avLst/>
            </a:prstGeom>
            <a:noFill/>
          </p:spPr>
          <p:txBody>
            <a:bodyPr wrap="square" lIns="72000" rIns="72000" rtlCol="0">
              <a:spAutoFit/>
            </a:bodyPr>
            <a:lstStyle/>
            <a:p>
              <a:pPr algn="ctr"/>
              <a:r>
                <a:rPr lang="es-CO" sz="1400" b="1" dirty="0"/>
                <a:t>Problema Principal</a:t>
              </a:r>
            </a:p>
          </p:txBody>
        </p:sp>
      </p:grpSp>
      <p:grpSp>
        <p:nvGrpSpPr>
          <p:cNvPr id="14" name="Grupo 13">
            <a:extLst>
              <a:ext uri="{FF2B5EF4-FFF2-40B4-BE49-F238E27FC236}">
                <a16:creationId xmlns:a16="http://schemas.microsoft.com/office/drawing/2014/main" id="{3A731889-F520-57FE-9435-F906D305BDD2}"/>
              </a:ext>
            </a:extLst>
          </p:cNvPr>
          <p:cNvGrpSpPr/>
          <p:nvPr/>
        </p:nvGrpSpPr>
        <p:grpSpPr>
          <a:xfrm>
            <a:off x="4962412" y="1639491"/>
            <a:ext cx="2271589" cy="4267324"/>
            <a:chOff x="4999270" y="1969506"/>
            <a:chExt cx="2271589" cy="3896350"/>
          </a:xfrm>
        </p:grpSpPr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38364F9B-3DF0-3D41-AFA7-721EF14062C7}"/>
                </a:ext>
              </a:extLst>
            </p:cNvPr>
            <p:cNvSpPr/>
            <p:nvPr/>
          </p:nvSpPr>
          <p:spPr>
            <a:xfrm>
              <a:off x="5002859" y="1969506"/>
              <a:ext cx="2268000" cy="38963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dist="25400" dir="1620000" algn="tl" rotWithShape="0">
                <a:prstClr val="black">
                  <a:alpha val="6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9388" indent="-179388" algn="just">
                <a:buFont typeface="Arial" panose="020B0604020202020204" pitchFamily="34" charset="0"/>
                <a:buChar char="•"/>
              </a:pPr>
              <a:r>
                <a:rPr lang="es-MX" sz="1400" dirty="0">
                  <a:solidFill>
                    <a:schemeClr val="tx1"/>
                  </a:solidFill>
                </a:rPr>
                <a:t>Desarrollar un modelo predictivo de demanda que permita superar el 65% de asertividad semanal en la categoría de productos líquidos, utilizando técnicas de Machine </a:t>
              </a:r>
              <a:r>
                <a:rPr lang="es-MX" sz="1400" dirty="0" err="1">
                  <a:solidFill>
                    <a:schemeClr val="tx1"/>
                  </a:solidFill>
                </a:rPr>
                <a:t>Learning</a:t>
              </a:r>
              <a:r>
                <a:rPr lang="es-MX" sz="1400" dirty="0">
                  <a:solidFill>
                    <a:schemeClr val="tx1"/>
                  </a:solidFill>
                </a:rPr>
                <a:t> y series de tiempo en un horizonte de 6 meses.</a:t>
              </a:r>
              <a:endParaRPr lang="es-CO" sz="1400" dirty="0">
                <a:solidFill>
                  <a:schemeClr val="tx1"/>
                </a:solidFill>
              </a:endParaRPr>
            </a:p>
          </p:txBody>
        </p:sp>
        <p:sp>
          <p:nvSpPr>
            <p:cNvPr id="23" name="Rectángulo 22">
              <a:extLst>
                <a:ext uri="{FF2B5EF4-FFF2-40B4-BE49-F238E27FC236}">
                  <a16:creationId xmlns:a16="http://schemas.microsoft.com/office/drawing/2014/main" id="{40598FB6-C1FA-7249-964B-4A471A49C6B6}"/>
                </a:ext>
              </a:extLst>
            </p:cNvPr>
            <p:cNvSpPr/>
            <p:nvPr/>
          </p:nvSpPr>
          <p:spPr>
            <a:xfrm>
              <a:off x="4999270" y="1969507"/>
              <a:ext cx="2268000" cy="591437"/>
            </a:xfrm>
            <a:prstGeom prst="rect">
              <a:avLst/>
            </a:prstGeom>
            <a:solidFill>
              <a:schemeClr val="accent3"/>
            </a:solidFill>
            <a:ln>
              <a:solidFill>
                <a:srgbClr val="E9683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>
                <a:solidFill>
                  <a:srgbClr val="5454E9"/>
                </a:solidFill>
              </a:endParaRPr>
            </a:p>
          </p:txBody>
        </p:sp>
        <p:sp>
          <p:nvSpPr>
            <p:cNvPr id="24" name="CuadroTexto 23">
              <a:extLst>
                <a:ext uri="{FF2B5EF4-FFF2-40B4-BE49-F238E27FC236}">
                  <a16:creationId xmlns:a16="http://schemas.microsoft.com/office/drawing/2014/main" id="{3CC77C79-947F-184D-A0CA-DFB439C40C43}"/>
                </a:ext>
              </a:extLst>
            </p:cNvPr>
            <p:cNvSpPr txBox="1"/>
            <p:nvPr/>
          </p:nvSpPr>
          <p:spPr>
            <a:xfrm>
              <a:off x="5001975" y="2101674"/>
              <a:ext cx="2268000" cy="335066"/>
            </a:xfrm>
            <a:prstGeom prst="rect">
              <a:avLst/>
            </a:prstGeom>
            <a:noFill/>
          </p:spPr>
          <p:txBody>
            <a:bodyPr wrap="square" lIns="0" tIns="45720" rIns="0" bIns="45720" rtlCol="0" anchor="t">
              <a:spAutoFit/>
            </a:bodyPr>
            <a:lstStyle/>
            <a:p>
              <a:pPr algn="ctr"/>
              <a:r>
                <a:rPr lang="es-CO" sz="1400" b="1" dirty="0">
                  <a:solidFill>
                    <a:schemeClr val="bg1"/>
                  </a:solidFill>
                  <a:latin typeface="Arial"/>
                  <a:ea typeface="ＭＳ Ｐゴシック"/>
                </a:rPr>
                <a:t>Objetivo General</a:t>
              </a:r>
              <a:endParaRPr lang="es-CO" sz="1800" b="1" dirty="0">
                <a:solidFill>
                  <a:schemeClr val="bg1"/>
                </a:solidFill>
                <a:latin typeface="Arial"/>
                <a:ea typeface="ＭＳ Ｐゴシック"/>
              </a:endParaRPr>
            </a:p>
          </p:txBody>
        </p:sp>
      </p:grpSp>
      <p:grpSp>
        <p:nvGrpSpPr>
          <p:cNvPr id="13" name="Grupo 12">
            <a:extLst>
              <a:ext uri="{FF2B5EF4-FFF2-40B4-BE49-F238E27FC236}">
                <a16:creationId xmlns:a16="http://schemas.microsoft.com/office/drawing/2014/main" id="{220ED2CB-F76B-20BD-6172-80BC0C02B9BF}"/>
              </a:ext>
            </a:extLst>
          </p:cNvPr>
          <p:cNvGrpSpPr/>
          <p:nvPr/>
        </p:nvGrpSpPr>
        <p:grpSpPr>
          <a:xfrm>
            <a:off x="7368675" y="1639492"/>
            <a:ext cx="2275912" cy="5095631"/>
            <a:chOff x="7439088" y="1985991"/>
            <a:chExt cx="2275912" cy="5547436"/>
          </a:xfrm>
        </p:grpSpPr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CAE1C9A6-AF46-2647-8629-A655147BCE56}"/>
                </a:ext>
              </a:extLst>
            </p:cNvPr>
            <p:cNvSpPr/>
            <p:nvPr/>
          </p:nvSpPr>
          <p:spPr>
            <a:xfrm>
              <a:off x="7447000" y="1985992"/>
              <a:ext cx="2268000" cy="55474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dist="25400" dir="1620000" algn="tl" rotWithShape="0">
                <a:prstClr val="black">
                  <a:alpha val="6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9388" indent="-179388">
                <a:buFont typeface="Arial" panose="020B0604020202020204" pitchFamily="34" charset="0"/>
                <a:buChar char="•"/>
              </a:pPr>
              <a:r>
                <a:rPr lang="es-MX" sz="1400" dirty="0">
                  <a:solidFill>
                    <a:schemeClr val="tx1"/>
                  </a:solidFill>
                </a:rPr>
                <a:t>Analizar patrones históricos de pedidos y envíos.</a:t>
              </a:r>
            </a:p>
            <a:p>
              <a:pPr marL="179388" indent="-179388" algn="just">
                <a:buFont typeface="Arial" panose="020B0604020202020204" pitchFamily="34" charset="0"/>
                <a:buChar char="•"/>
              </a:pPr>
              <a:r>
                <a:rPr lang="es-MX" sz="1400" dirty="0">
                  <a:solidFill>
                    <a:schemeClr val="tx1"/>
                  </a:solidFill>
                </a:rPr>
                <a:t>Incorporar variables externas que impactan la demanda (festivos, quincenas, temporada escolar, etc.).</a:t>
              </a:r>
            </a:p>
            <a:p>
              <a:pPr marL="179388" indent="-179388">
                <a:buFont typeface="Arial" panose="020B0604020202020204" pitchFamily="34" charset="0"/>
                <a:buChar char="•"/>
              </a:pPr>
              <a:r>
                <a:rPr lang="es-MX" sz="1400" dirty="0">
                  <a:solidFill>
                    <a:schemeClr val="tx1"/>
                  </a:solidFill>
                </a:rPr>
                <a:t>Evaluar modelos de predicción tradicionales y de aprendizaje automático para 26 SKU que componen todo el portafolio de la categoría líquidos. </a:t>
              </a:r>
            </a:p>
            <a:p>
              <a:pPr marL="179388" indent="-179388">
                <a:buFont typeface="Arial" panose="020B0604020202020204" pitchFamily="34" charset="0"/>
                <a:buChar char="•"/>
              </a:pPr>
              <a:r>
                <a:rPr lang="es-MX" sz="1400" dirty="0">
                  <a:solidFill>
                    <a:schemeClr val="tx1"/>
                  </a:solidFill>
                </a:rPr>
                <a:t>Automatizar la generación de pronósticos semanales.</a:t>
              </a:r>
            </a:p>
            <a:p>
              <a:pPr marL="179388" indent="-179388">
                <a:buFont typeface="Arial" panose="020B0604020202020204" pitchFamily="34" charset="0"/>
                <a:buChar char="•"/>
              </a:pPr>
              <a:endParaRPr lang="es-CO" sz="1400" dirty="0">
                <a:solidFill>
                  <a:schemeClr val="tx1"/>
                </a:solidFill>
              </a:endParaRPr>
            </a:p>
          </p:txBody>
        </p:sp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8C26D94F-7949-664D-BE7D-DBC3C22CC016}"/>
                </a:ext>
              </a:extLst>
            </p:cNvPr>
            <p:cNvSpPr/>
            <p:nvPr/>
          </p:nvSpPr>
          <p:spPr>
            <a:xfrm>
              <a:off x="7439088" y="1985991"/>
              <a:ext cx="2268000" cy="689317"/>
            </a:xfrm>
            <a:prstGeom prst="rect">
              <a:avLst/>
            </a:prstGeom>
            <a:solidFill>
              <a:schemeClr val="accent1"/>
            </a:solidFill>
            <a:ln>
              <a:solidFill>
                <a:srgbClr val="4CBA7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>
                <a:solidFill>
                  <a:srgbClr val="5454E9"/>
                </a:solidFill>
              </a:endParaRPr>
            </a:p>
          </p:txBody>
        </p:sp>
        <p:sp>
          <p:nvSpPr>
            <p:cNvPr id="27" name="CuadroTexto 26">
              <a:extLst>
                <a:ext uri="{FF2B5EF4-FFF2-40B4-BE49-F238E27FC236}">
                  <a16:creationId xmlns:a16="http://schemas.microsoft.com/office/drawing/2014/main" id="{A0BE73FE-0974-C24C-9778-D01D05FE46F1}"/>
                </a:ext>
              </a:extLst>
            </p:cNvPr>
            <p:cNvSpPr txBox="1"/>
            <p:nvPr/>
          </p:nvSpPr>
          <p:spPr>
            <a:xfrm>
              <a:off x="7502825" y="2175530"/>
              <a:ext cx="2156350" cy="335066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algn="ctr"/>
              <a:r>
                <a:rPr lang="es-CO" sz="1400" b="1" dirty="0">
                  <a:solidFill>
                    <a:schemeClr val="bg1"/>
                  </a:solidFill>
                </a:rPr>
                <a:t>Objetivos Específicos</a:t>
              </a:r>
              <a:endParaRPr lang="es-CO" sz="18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2" name="Grupo 11">
            <a:extLst>
              <a:ext uri="{FF2B5EF4-FFF2-40B4-BE49-F238E27FC236}">
                <a16:creationId xmlns:a16="http://schemas.microsoft.com/office/drawing/2014/main" id="{133ACC51-7730-2775-CD88-C738F4C5EE20}"/>
              </a:ext>
            </a:extLst>
          </p:cNvPr>
          <p:cNvGrpSpPr/>
          <p:nvPr/>
        </p:nvGrpSpPr>
        <p:grpSpPr>
          <a:xfrm>
            <a:off x="9779259" y="1639492"/>
            <a:ext cx="2292956" cy="3724361"/>
            <a:chOff x="9779259" y="1985991"/>
            <a:chExt cx="2292956" cy="4054582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B345A975-A489-5F52-256F-0E67428F363C}"/>
                </a:ext>
              </a:extLst>
            </p:cNvPr>
            <p:cNvSpPr/>
            <p:nvPr/>
          </p:nvSpPr>
          <p:spPr>
            <a:xfrm>
              <a:off x="9779259" y="1985991"/>
              <a:ext cx="2268000" cy="405458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dist="25400" dir="1620000" algn="tl" rotWithShape="0">
                <a:prstClr val="black">
                  <a:alpha val="6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9388" indent="-179388">
                <a:buFont typeface="Arial" panose="020B0604020202020204" pitchFamily="34" charset="0"/>
                <a:buChar char="•"/>
              </a:pPr>
              <a:r>
                <a:rPr lang="es-MX" sz="1400" dirty="0">
                  <a:solidFill>
                    <a:schemeClr val="tx1"/>
                  </a:solidFill>
                </a:rPr>
                <a:t>¿Es posible superar el 65% de asertividad semanal del </a:t>
              </a:r>
              <a:r>
                <a:rPr lang="es-MX" sz="1400" dirty="0" err="1">
                  <a:solidFill>
                    <a:schemeClr val="tx1"/>
                  </a:solidFill>
                </a:rPr>
                <a:t>forecast</a:t>
              </a:r>
              <a:r>
                <a:rPr lang="es-MX" sz="1400" dirty="0">
                  <a:solidFill>
                    <a:schemeClr val="tx1"/>
                  </a:solidFill>
                </a:rPr>
                <a:t> en la categoría de líquidos en 6 meses aplicando modelos de series de tiempo y/o machine </a:t>
              </a:r>
              <a:r>
                <a:rPr lang="es-MX" sz="1400" dirty="0" err="1">
                  <a:solidFill>
                    <a:schemeClr val="tx1"/>
                  </a:solidFill>
                </a:rPr>
                <a:t>learning</a:t>
              </a:r>
              <a:r>
                <a:rPr lang="es-MX" sz="1400" dirty="0">
                  <a:solidFill>
                    <a:schemeClr val="tx1"/>
                  </a:solidFill>
                </a:rPr>
                <a:t> para modelar patrones de compra del cliente?</a:t>
              </a:r>
              <a:endParaRPr lang="es-CO" sz="1400" dirty="0">
                <a:solidFill>
                  <a:schemeClr val="tx1"/>
                </a:solidFill>
              </a:endParaRPr>
            </a:p>
          </p:txBody>
        </p:sp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0E934FD2-10E9-ED5F-151B-4D1E23503689}"/>
                </a:ext>
              </a:extLst>
            </p:cNvPr>
            <p:cNvSpPr/>
            <p:nvPr/>
          </p:nvSpPr>
          <p:spPr>
            <a:xfrm>
              <a:off x="9779259" y="1985991"/>
              <a:ext cx="2268000" cy="689317"/>
            </a:xfrm>
            <a:prstGeom prst="rect">
              <a:avLst/>
            </a:prstGeom>
            <a:solidFill>
              <a:schemeClr val="bg2"/>
            </a:solidFill>
            <a:ln>
              <a:solidFill>
                <a:srgbClr val="5454E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>
                <a:solidFill>
                  <a:srgbClr val="5454E9"/>
                </a:solidFill>
              </a:endParaRPr>
            </a:p>
          </p:txBody>
        </p:sp>
        <p:sp>
          <p:nvSpPr>
            <p:cNvPr id="11" name="CuadroTexto 10">
              <a:extLst>
                <a:ext uri="{FF2B5EF4-FFF2-40B4-BE49-F238E27FC236}">
                  <a16:creationId xmlns:a16="http://schemas.microsoft.com/office/drawing/2014/main" id="{791A908F-4F5A-984D-A9A7-172BBB2F0F48}"/>
                </a:ext>
              </a:extLst>
            </p:cNvPr>
            <p:cNvSpPr txBox="1"/>
            <p:nvPr/>
          </p:nvSpPr>
          <p:spPr>
            <a:xfrm>
              <a:off x="9804215" y="2150393"/>
              <a:ext cx="2268000" cy="335066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s-CO" sz="1400" b="1" dirty="0">
                  <a:solidFill>
                    <a:schemeClr val="bg1"/>
                  </a:solidFill>
                </a:rPr>
                <a:t>Pregunta SMART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707115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2577E5-BE47-8A4A-A0AB-541EB4C08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pPr algn="ctr"/>
            <a:r>
              <a:rPr lang="es-419" sz="2400" b="1" dirty="0">
                <a:cs typeface="Arial"/>
              </a:rPr>
              <a:t>ÁRBOL DEL PROBLEMA</a:t>
            </a:r>
            <a:endParaRPr lang="es-CO" sz="2400" b="1" dirty="0">
              <a:cs typeface="Arial"/>
            </a:endParaRP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EE47C64-2E42-2845-B52D-7716D8100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6D45A-6C87-F94D-B105-2DA5D810D35A}" type="datetime1">
              <a:rPr lang="es-CO" smtClean="0"/>
              <a:t>24/06/2025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253AB89-2C62-D34A-BD4F-08A4D8FF3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MX">
                <a:latin typeface="Arial"/>
                <a:ea typeface="ＭＳ Ｐゴシック"/>
              </a:rPr>
              <a:t>3 </a:t>
            </a:r>
            <a:endParaRPr lang="es-CO" dirty="0">
              <a:latin typeface="Arial"/>
              <a:ea typeface="ＭＳ Ｐゴシック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8BBB6FED-AC16-169F-AC7F-E96688013E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88825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O"/>
          </a:p>
        </p:txBody>
      </p:sp>
      <p:pic>
        <p:nvPicPr>
          <p:cNvPr id="1026" name="Picture 2" descr="Vectores de Productos Lacteos Liquidos - Descarga vectores gratis de gran  calidad de Freepik | Freepik">
            <a:extLst>
              <a:ext uri="{FF2B5EF4-FFF2-40B4-BE49-F238E27FC236}">
                <a16:creationId xmlns:a16="http://schemas.microsoft.com/office/drawing/2014/main" id="{9FEB0723-DE0F-0D3A-25C3-57350227E6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3143" y="970960"/>
            <a:ext cx="4312763" cy="4312763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023F5737-FE56-C308-931B-09E63B875AE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7902" y="2324623"/>
            <a:ext cx="2978453" cy="384050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774852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3D3D8E5-354A-3649-EB51-1541D0669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BC514-765A-2C41-8155-E95E2B676F6F}" type="datetime1">
              <a:rPr lang="es-CO" smtClean="0"/>
              <a:t>24/06/2025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78DFE22-71AE-C31F-6FCA-881EC4BBC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5</a:t>
            </a:r>
          </a:p>
        </p:txBody>
      </p:sp>
      <p:sp>
        <p:nvSpPr>
          <p:cNvPr id="10" name="Título 9">
            <a:extLst>
              <a:ext uri="{FF2B5EF4-FFF2-40B4-BE49-F238E27FC236}">
                <a16:creationId xmlns:a16="http://schemas.microsoft.com/office/drawing/2014/main" id="{7EDBE1EC-8837-DB4B-A7F3-9C4A792B8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0048" y="348759"/>
            <a:ext cx="11371383" cy="647748"/>
          </a:xfrm>
        </p:spPr>
        <p:txBody>
          <a:bodyPr anchor="ctr"/>
          <a:lstStyle/>
          <a:p>
            <a:pPr algn="ctr"/>
            <a:r>
              <a:rPr lang="es-CO" b="1" dirty="0"/>
              <a:t>MÉTODOLOGIA</a:t>
            </a:r>
            <a:endParaRPr lang="es-CO" dirty="0"/>
          </a:p>
        </p:txBody>
      </p:sp>
      <p:graphicFrame>
        <p:nvGraphicFramePr>
          <p:cNvPr id="12" name="Diagrama 11">
            <a:extLst>
              <a:ext uri="{FF2B5EF4-FFF2-40B4-BE49-F238E27FC236}">
                <a16:creationId xmlns:a16="http://schemas.microsoft.com/office/drawing/2014/main" id="{D54661BA-A1A8-4C27-5F47-2330967E4E8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12744271"/>
              </p:ext>
            </p:extLst>
          </p:nvPr>
        </p:nvGraphicFramePr>
        <p:xfrm>
          <a:off x="156128" y="866877"/>
          <a:ext cx="11876567" cy="54172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228325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AACB03-0D81-B714-B109-28CCB488A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12926DD-E8FD-8704-CD3E-2B9E6AE73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BC514-765A-2C41-8155-E95E2B676F6F}" type="datetime1">
              <a:rPr lang="es-CO" smtClean="0"/>
              <a:t>24/06/2025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BAD72BC-0F62-1E6C-E9DA-0D5B42A9D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5</a:t>
            </a:r>
          </a:p>
        </p:txBody>
      </p:sp>
      <p:sp>
        <p:nvSpPr>
          <p:cNvPr id="10" name="Título 9">
            <a:extLst>
              <a:ext uri="{FF2B5EF4-FFF2-40B4-BE49-F238E27FC236}">
                <a16:creationId xmlns:a16="http://schemas.microsoft.com/office/drawing/2014/main" id="{AB038B4E-F8EE-021D-7C72-044058C47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0048" y="348759"/>
            <a:ext cx="11371383" cy="647748"/>
          </a:xfrm>
        </p:spPr>
        <p:txBody>
          <a:bodyPr anchor="ctr"/>
          <a:lstStyle/>
          <a:p>
            <a:pPr algn="ctr"/>
            <a:r>
              <a:rPr lang="es-CO" b="1" dirty="0"/>
              <a:t>MODELOS Y PROTOCOLOS USADOS</a:t>
            </a:r>
            <a:endParaRPr lang="es-CO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14A2B94E-CF7D-472A-194D-86D6C721BB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3285" y="1087550"/>
            <a:ext cx="9839325" cy="5305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42596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1A7C63E-FA8F-F61F-22FD-FEFCC25D7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AFE69-43F1-4E09-B911-D59F5949CA9C}" type="datetime1">
              <a:rPr lang="es-CO" smtClean="0"/>
              <a:t>24/06/2025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A6CC8B4-E0C5-82FF-F35D-3CBCA7135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991FB1AE-24BA-CE56-C2D4-CDF55E482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960" y="1161473"/>
            <a:ext cx="7052602" cy="578596"/>
          </a:xfrm>
        </p:spPr>
        <p:txBody>
          <a:bodyPr/>
          <a:lstStyle/>
          <a:p>
            <a:r>
              <a:rPr lang="es-CO" dirty="0"/>
              <a:t>RESULTADOS AGREADOS POR SEMANA SEGÚN PROTOCOLO</a:t>
            </a:r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6CBAC60A-285A-5641-4B2C-BDD92AE686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8993119"/>
              </p:ext>
            </p:extLst>
          </p:nvPr>
        </p:nvGraphicFramePr>
        <p:xfrm>
          <a:off x="1838227" y="3244224"/>
          <a:ext cx="9030878" cy="208042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739308">
                  <a:extLst>
                    <a:ext uri="{9D8B030D-6E8A-4147-A177-3AD203B41FA5}">
                      <a16:colId xmlns:a16="http://schemas.microsoft.com/office/drawing/2014/main" val="899349612"/>
                    </a:ext>
                  </a:extLst>
                </a:gridCol>
                <a:gridCol w="1749622">
                  <a:extLst>
                    <a:ext uri="{9D8B030D-6E8A-4147-A177-3AD203B41FA5}">
                      <a16:colId xmlns:a16="http://schemas.microsoft.com/office/drawing/2014/main" val="890364311"/>
                    </a:ext>
                  </a:extLst>
                </a:gridCol>
                <a:gridCol w="1696603">
                  <a:extLst>
                    <a:ext uri="{9D8B030D-6E8A-4147-A177-3AD203B41FA5}">
                      <a16:colId xmlns:a16="http://schemas.microsoft.com/office/drawing/2014/main" val="2456459435"/>
                    </a:ext>
                  </a:extLst>
                </a:gridCol>
                <a:gridCol w="972012">
                  <a:extLst>
                    <a:ext uri="{9D8B030D-6E8A-4147-A177-3AD203B41FA5}">
                      <a16:colId xmlns:a16="http://schemas.microsoft.com/office/drawing/2014/main" val="1552636877"/>
                    </a:ext>
                  </a:extLst>
                </a:gridCol>
                <a:gridCol w="1042705">
                  <a:extLst>
                    <a:ext uri="{9D8B030D-6E8A-4147-A177-3AD203B41FA5}">
                      <a16:colId xmlns:a16="http://schemas.microsoft.com/office/drawing/2014/main" val="2102105856"/>
                    </a:ext>
                  </a:extLst>
                </a:gridCol>
                <a:gridCol w="830628">
                  <a:extLst>
                    <a:ext uri="{9D8B030D-6E8A-4147-A177-3AD203B41FA5}">
                      <a16:colId xmlns:a16="http://schemas.microsoft.com/office/drawing/2014/main" val="3057743268"/>
                    </a:ext>
                  </a:extLst>
                </a:gridCol>
              </a:tblGrid>
              <a:tr h="57353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Producto</a:t>
                      </a:r>
                      <a:endParaRPr lang="es-CO" sz="1800" b="1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Forecast</a:t>
                      </a:r>
                      <a:r>
                        <a:rPr lang="es-CO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 (</a:t>
                      </a:r>
                      <a:r>
                        <a:rPr lang="es-CO" sz="18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Und</a:t>
                      </a:r>
                      <a:r>
                        <a:rPr lang="es-CO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)</a:t>
                      </a:r>
                      <a:endParaRPr lang="es-CO" sz="1800" b="1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Pedidos (</a:t>
                      </a:r>
                      <a:r>
                        <a:rPr lang="es-CO" sz="18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Und</a:t>
                      </a:r>
                      <a:r>
                        <a:rPr lang="es-CO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)</a:t>
                      </a:r>
                      <a:endParaRPr lang="es-CO" sz="1800" b="1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WMAPE</a:t>
                      </a:r>
                      <a:endParaRPr lang="es-CO" sz="1800" b="1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MAPE  %</a:t>
                      </a:r>
                      <a:endParaRPr lang="es-CO" sz="1800" b="1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Bias</a:t>
                      </a:r>
                      <a:r>
                        <a:rPr lang="es-CO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 %</a:t>
                      </a:r>
                      <a:endParaRPr lang="es-CO" sz="1800" b="1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9892746"/>
                  </a:ext>
                </a:extLst>
              </a:tr>
              <a:tr h="396022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>
                          <a:effectLst/>
                        </a:rPr>
                        <a:t>Regresores</a:t>
                      </a:r>
                      <a:endParaRPr lang="es-CO" sz="1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 dirty="0">
                          <a:effectLst/>
                        </a:rPr>
                        <a:t>919,161</a:t>
                      </a:r>
                      <a:endParaRPr lang="es-CO" sz="18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>
                          <a:effectLst/>
                        </a:rPr>
                        <a:t>915,461</a:t>
                      </a:r>
                      <a:endParaRPr lang="es-CO" sz="1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>
                          <a:effectLst/>
                        </a:rPr>
                        <a:t>27%</a:t>
                      </a:r>
                      <a:endParaRPr lang="es-CO" sz="1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>
                          <a:effectLst/>
                        </a:rPr>
                        <a:t>0%</a:t>
                      </a:r>
                      <a:endParaRPr lang="es-CO" sz="1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>
                          <a:effectLst/>
                        </a:rPr>
                        <a:t>17%</a:t>
                      </a:r>
                      <a:endParaRPr lang="es-CO" sz="1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2010316"/>
                  </a:ext>
                </a:extLst>
              </a:tr>
              <a:tr h="5373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 dirty="0">
                          <a:effectLst/>
                        </a:rPr>
                        <a:t>Ventana Fija ST</a:t>
                      </a:r>
                      <a:endParaRPr lang="es-CO" sz="18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>
                          <a:effectLst/>
                        </a:rPr>
                        <a:t>901,294</a:t>
                      </a:r>
                      <a:endParaRPr lang="es-CO" sz="1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>
                          <a:effectLst/>
                        </a:rPr>
                        <a:t>915,461</a:t>
                      </a:r>
                      <a:endParaRPr lang="es-CO" sz="1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>
                          <a:effectLst/>
                        </a:rPr>
                        <a:t>24%</a:t>
                      </a:r>
                      <a:endParaRPr lang="es-CO" sz="1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>
                          <a:effectLst/>
                        </a:rPr>
                        <a:t>2%</a:t>
                      </a:r>
                      <a:endParaRPr lang="es-CO" sz="1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>
                          <a:effectLst/>
                        </a:rPr>
                        <a:t>16%</a:t>
                      </a:r>
                      <a:endParaRPr lang="es-CO" sz="1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4846373"/>
                  </a:ext>
                </a:extLst>
              </a:tr>
              <a:tr h="57353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 dirty="0">
                          <a:effectLst/>
                        </a:rPr>
                        <a:t>Ventana Recursiva ST</a:t>
                      </a:r>
                      <a:endParaRPr lang="es-CO" sz="18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>
                          <a:effectLst/>
                        </a:rPr>
                        <a:t>971,016</a:t>
                      </a:r>
                      <a:endParaRPr lang="es-CO" sz="1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>
                          <a:effectLst/>
                        </a:rPr>
                        <a:t>915,461</a:t>
                      </a:r>
                      <a:endParaRPr lang="es-CO" sz="1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>
                          <a:effectLst/>
                        </a:rPr>
                        <a:t>38%</a:t>
                      </a:r>
                      <a:endParaRPr lang="es-CO" sz="1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>
                          <a:effectLst/>
                        </a:rPr>
                        <a:t>6%</a:t>
                      </a:r>
                      <a:endParaRPr lang="es-CO" sz="1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 dirty="0">
                          <a:effectLst/>
                        </a:rPr>
                        <a:t>24%</a:t>
                      </a:r>
                      <a:endParaRPr lang="es-CO" sz="18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02805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40997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47B7CA-6270-1F19-8782-B5E71BF98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92EE3F0-CAF0-3FA1-BD6D-E6AE273455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4801" y="6484018"/>
            <a:ext cx="1428466" cy="25110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F73AFE69-43F1-4E09-B911-D59F5949CA9C}" type="datetime1">
              <a:rPr lang="es-CO" sz="1100" smtClean="0"/>
              <a:pPr>
                <a:lnSpc>
                  <a:spcPct val="90000"/>
                </a:lnSpc>
                <a:spcAft>
                  <a:spcPts val="600"/>
                </a:spcAft>
              </a:pPr>
              <a:t>24/06/2025</a:t>
            </a:fld>
            <a:endParaRPr lang="es-CO" sz="1100"/>
          </a:p>
        </p:txBody>
      </p:sp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72FE404A-DAE9-2987-5C4E-EA11CA7C0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17222" y="6484018"/>
            <a:ext cx="4182961" cy="251105"/>
          </a:xfrm>
        </p:spPr>
        <p:txBody>
          <a:bodyPr/>
          <a:lstStyle/>
          <a:p>
            <a:endParaRPr lang="es-CO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165C78D6-EB83-3D2E-8451-D3FEA6580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1" y="2773312"/>
            <a:ext cx="3513055" cy="1751553"/>
          </a:xfrm>
        </p:spPr>
        <p:txBody>
          <a:bodyPr>
            <a:normAutofit/>
          </a:bodyPr>
          <a:lstStyle/>
          <a:p>
            <a:r>
              <a:rPr lang="es-CO" b="1" dirty="0"/>
              <a:t>RESULTADOS AGREGADOS POR SEMANA POR SKU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AC170118-94E9-5A6D-17A7-8A2ABE684D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8702" y="610680"/>
            <a:ext cx="6524625" cy="5429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3848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4D654DE-AD2E-B544-B68B-3EFFBA8ED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D2F23-CF27-BF49-B983-496F0892B909}" type="datetime1">
              <a:rPr lang="es-CO" smtClean="0"/>
              <a:t>24/06/2025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8E4EC52-BD7A-1B41-8954-196AB9BD0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 dirty="0"/>
              <a:t>1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1F33DDB-060A-DDB9-B494-7F506604D8C4}"/>
              </a:ext>
            </a:extLst>
          </p:cNvPr>
          <p:cNvSpPr txBox="1"/>
          <p:nvPr/>
        </p:nvSpPr>
        <p:spPr>
          <a:xfrm>
            <a:off x="1019034" y="5529911"/>
            <a:ext cx="10163789" cy="83099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s-CO" altLang="es-CO" sz="2400" b="1" dirty="0">
              <a:solidFill>
                <a:srgbClr val="020B0F"/>
              </a:solidFill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s-ES" altLang="es-CO" sz="2400" b="1" dirty="0">
                <a:solidFill>
                  <a:srgbClr val="5454E9"/>
                </a:solidFill>
                <a:latin typeface="+mj-lt"/>
                <a:ea typeface="+mj-lt"/>
                <a:cs typeface="+mj-lt"/>
              </a:rPr>
              <a:t>CONCLUSIONES</a:t>
            </a:r>
            <a:endParaRPr lang="es-CO" altLang="es-CO" sz="2400" b="1" dirty="0">
              <a:solidFill>
                <a:srgbClr val="5454E9"/>
              </a:solidFill>
              <a:latin typeface="+mj-lt"/>
              <a:ea typeface="+mj-lt"/>
              <a:cs typeface="+mj-lt"/>
            </a:endParaRPr>
          </a:p>
        </p:txBody>
      </p:sp>
      <p:graphicFrame>
        <p:nvGraphicFramePr>
          <p:cNvPr id="8" name="Marcador de contenido 2">
            <a:extLst>
              <a:ext uri="{FF2B5EF4-FFF2-40B4-BE49-F238E27FC236}">
                <a16:creationId xmlns:a16="http://schemas.microsoft.com/office/drawing/2014/main" id="{135D3F68-F84D-AD30-116B-D226C7F1AA8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11355453"/>
              </p:ext>
            </p:extLst>
          </p:nvPr>
        </p:nvGraphicFramePr>
        <p:xfrm>
          <a:off x="1447368" y="122877"/>
          <a:ext cx="10043017" cy="54152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25621508"/>
      </p:ext>
    </p:extLst>
  </p:cSld>
  <p:clrMapOvr>
    <a:masterClrMapping/>
  </p:clrMapOvr>
</p:sld>
</file>

<file path=ppt/theme/theme1.xml><?xml version="1.0" encoding="utf-8"?>
<a:theme xmlns:a="http://schemas.openxmlformats.org/drawingml/2006/main" name="Portadas">
  <a:themeElements>
    <a:clrScheme name=" ICESI FINAL">
      <a:dk1>
        <a:srgbClr val="393939"/>
      </a:dk1>
      <a:lt1>
        <a:srgbClr val="FFFFFF"/>
      </a:lt1>
      <a:dk2>
        <a:srgbClr val="5454E9"/>
      </a:dk2>
      <a:lt2>
        <a:srgbClr val="855CF0"/>
      </a:lt2>
      <a:accent1>
        <a:srgbClr val="4CB978"/>
      </a:accent1>
      <a:accent2>
        <a:srgbClr val="E2EB5F"/>
      </a:accent2>
      <a:accent3>
        <a:srgbClr val="F0681A"/>
      </a:accent3>
      <a:accent4>
        <a:srgbClr val="CECFF0"/>
      </a:accent4>
      <a:accent5>
        <a:srgbClr val="5DBD59"/>
      </a:accent5>
      <a:accent6>
        <a:srgbClr val="603800"/>
      </a:accent6>
      <a:hlink>
        <a:srgbClr val="1F1E1C"/>
      </a:hlink>
      <a:folHlink>
        <a:srgbClr val="808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33A0"/>
        </a:solidFill>
        <a:ln>
          <a:noFill/>
        </a:ln>
        <a:effectLst/>
      </a:spPr>
      <a:bodyPr anchor="ctr"/>
      <a:lstStyle>
        <a:defPPr algn="ctr" defTabSz="608853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>
          <a:solidFill>
            <a:srgbClr val="3190CF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ctr">
          <a:defRPr dirty="0" err="1" smtClean="0">
            <a:solidFill>
              <a:srgbClr val="686968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4" id="{776FA3CF-6F80-654A-B731-ABEB9CCBCA91}" vid="{FA1C77B8-9473-0941-BF96-7A398AFE1827}"/>
    </a:ext>
  </a:extLst>
</a:theme>
</file>

<file path=ppt/theme/theme2.xml><?xml version="1.0" encoding="utf-8"?>
<a:theme xmlns:a="http://schemas.openxmlformats.org/drawingml/2006/main" name="Divisiones">
  <a:themeElements>
    <a:clrScheme name=" ICESI FINAL">
      <a:dk1>
        <a:srgbClr val="393939"/>
      </a:dk1>
      <a:lt1>
        <a:srgbClr val="FFFFFF"/>
      </a:lt1>
      <a:dk2>
        <a:srgbClr val="5454E9"/>
      </a:dk2>
      <a:lt2>
        <a:srgbClr val="855CF0"/>
      </a:lt2>
      <a:accent1>
        <a:srgbClr val="4CB978"/>
      </a:accent1>
      <a:accent2>
        <a:srgbClr val="E2EB5F"/>
      </a:accent2>
      <a:accent3>
        <a:srgbClr val="F0681A"/>
      </a:accent3>
      <a:accent4>
        <a:srgbClr val="CECFF0"/>
      </a:accent4>
      <a:accent5>
        <a:srgbClr val="5DBD59"/>
      </a:accent5>
      <a:accent6>
        <a:srgbClr val="603800"/>
      </a:accent6>
      <a:hlink>
        <a:srgbClr val="1F1E1C"/>
      </a:hlink>
      <a:folHlink>
        <a:srgbClr val="80808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4" id="{776FA3CF-6F80-654A-B731-ABEB9CCBCA91}" vid="{FFD4C735-F419-9049-9D02-5A5008C4008B}"/>
    </a:ext>
  </a:extLst>
</a:theme>
</file>

<file path=ppt/theme/theme3.xml><?xml version="1.0" encoding="utf-8"?>
<a:theme xmlns:a="http://schemas.openxmlformats.org/drawingml/2006/main" name="Interiores">
  <a:themeElements>
    <a:clrScheme name=" ICESI FINAL">
      <a:dk1>
        <a:srgbClr val="393939"/>
      </a:dk1>
      <a:lt1>
        <a:srgbClr val="FFFFFF"/>
      </a:lt1>
      <a:dk2>
        <a:srgbClr val="5454E9"/>
      </a:dk2>
      <a:lt2>
        <a:srgbClr val="855CF0"/>
      </a:lt2>
      <a:accent1>
        <a:srgbClr val="4CB978"/>
      </a:accent1>
      <a:accent2>
        <a:srgbClr val="E2EB5F"/>
      </a:accent2>
      <a:accent3>
        <a:srgbClr val="F0681A"/>
      </a:accent3>
      <a:accent4>
        <a:srgbClr val="CECFF0"/>
      </a:accent4>
      <a:accent5>
        <a:srgbClr val="5DBD59"/>
      </a:accent5>
      <a:accent6>
        <a:srgbClr val="603800"/>
      </a:accent6>
      <a:hlink>
        <a:srgbClr val="1F1E1C"/>
      </a:hlink>
      <a:folHlink>
        <a:srgbClr val="80808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4" id="{776FA3CF-6F80-654A-B731-ABEB9CCBCA91}" vid="{174E906E-382C-4B47-9DC5-6371F885CCC2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E722B5B68165D439DCDD15DD9730666" ma:contentTypeVersion="9" ma:contentTypeDescription="Crear nuevo documento." ma:contentTypeScope="" ma:versionID="d946a6df880dbb09a3952cc8f64d3b29">
  <xsd:schema xmlns:xsd="http://www.w3.org/2001/XMLSchema" xmlns:xs="http://www.w3.org/2001/XMLSchema" xmlns:p="http://schemas.microsoft.com/office/2006/metadata/properties" xmlns:ns3="71136f2a-fc58-4c24-9c71-f0fd76a1295e" targetNamespace="http://schemas.microsoft.com/office/2006/metadata/properties" ma:root="true" ma:fieldsID="258108e6172151c816269c1d60f09537" ns3:_="">
    <xsd:import namespace="71136f2a-fc58-4c24-9c71-f0fd76a1295e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136f2a-fc58-4c24-9c71-f0fd76a1295e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1136f2a-fc58-4c24-9c71-f0fd76a1295e" xsi:nil="true"/>
  </documentManagement>
</p:properties>
</file>

<file path=customXml/itemProps1.xml><?xml version="1.0" encoding="utf-8"?>
<ds:datastoreItem xmlns:ds="http://schemas.openxmlformats.org/officeDocument/2006/customXml" ds:itemID="{4CD9B0D0-BA34-4424-B8F5-D2FF2BA5755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136f2a-fc58-4c24-9c71-f0fd76a1295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7D2A1B0-FF3E-4009-940D-AED0EB70AA2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36ADCFB-D8B6-4597-B750-4F782D11F82C}">
  <ds:schemaRefs>
    <ds:schemaRef ds:uri="http://www.w3.org/XML/1998/namespace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schemas.microsoft.com/office/infopath/2007/PartnerControls"/>
    <ds:schemaRef ds:uri="http://purl.org/dc/dcmitype/"/>
    <ds:schemaRef ds:uri="http://purl.org/dc/elements/1.1/"/>
    <ds:schemaRef ds:uri="http://schemas.microsoft.com/office/2006/metadata/properties"/>
    <ds:schemaRef ds:uri="71136f2a-fc58-4c24-9c71-f0fd76a1295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Portadas</Template>
  <TotalTime>979</TotalTime>
  <Words>830</Words>
  <Application>Microsoft Office PowerPoint</Application>
  <PresentationFormat>Personalizado</PresentationFormat>
  <Paragraphs>125</Paragraphs>
  <Slides>8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3</vt:i4>
      </vt:variant>
      <vt:variant>
        <vt:lpstr>Títulos de diapositiva</vt:lpstr>
      </vt:variant>
      <vt:variant>
        <vt:i4>8</vt:i4>
      </vt:variant>
    </vt:vector>
  </HeadingPairs>
  <TitlesOfParts>
    <vt:vector size="17" baseType="lpstr">
      <vt:lpstr>ＭＳ Ｐゴシック</vt:lpstr>
      <vt:lpstr>Aptos Narrow</vt:lpstr>
      <vt:lpstr>Arial</vt:lpstr>
      <vt:lpstr>Calibri</vt:lpstr>
      <vt:lpstr>Lucida Grande</vt:lpstr>
      <vt:lpstr>Wingdings</vt:lpstr>
      <vt:lpstr>Portadas</vt:lpstr>
      <vt:lpstr>Divisiones</vt:lpstr>
      <vt:lpstr>Interiores</vt:lpstr>
      <vt:lpstr>Pronóstico de la Demanda para Productos de Vida Útil Corta, en la categoría de líquidos, en una Empresa B2B de Derivados Lácteos </vt:lpstr>
      <vt:lpstr>CONTEXTO</vt:lpstr>
      <vt:lpstr>ÁRBOL DEL PROBLEMA</vt:lpstr>
      <vt:lpstr>MÉTODOLOGIA</vt:lpstr>
      <vt:lpstr>MODELOS Y PROTOCOLOS USADOS</vt:lpstr>
      <vt:lpstr>RESULTADOS AGREADOS POR SEMANA SEGÚN PROTOCOLO</vt:lpstr>
      <vt:lpstr>RESULTADOS AGREGADOS POR SEMANA POR SKU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Título de la presentación</dc:title>
  <dc:subject/>
  <dc:creator>Edison Leon</dc:creator>
  <cp:keywords/>
  <dc:description/>
  <cp:lastModifiedBy>Andrés Felipe Cano Larrahondo</cp:lastModifiedBy>
  <cp:revision>47</cp:revision>
  <dcterms:created xsi:type="dcterms:W3CDTF">2023-08-29T02:04:03Z</dcterms:created>
  <dcterms:modified xsi:type="dcterms:W3CDTF">2025-06-25T04:06:44Z</dcterms:modified>
  <cp:category/>
  <cp:contentStatus>Draft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0x010100DE722B5B68165D439DCDD15DD9730666</vt:lpwstr>
  </property>
  <property fmtid="{D5CDD505-2E9C-101B-9397-08002B2CF9AE}" pid="3" name="_Version">
    <vt:lpwstr/>
  </property>
  <property fmtid="{D5CDD505-2E9C-101B-9397-08002B2CF9AE}" pid="4" name="_Status">
    <vt:lpwstr>Not Started</vt:lpwstr>
  </property>
</Properties>
</file>