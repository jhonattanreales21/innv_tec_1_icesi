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93585" r:id="rId4"/>
    <p:sldMasterId id="2147494609" r:id="rId5"/>
    <p:sldMasterId id="2147494622" r:id="rId6"/>
  </p:sldMasterIdLst>
  <p:notesMasterIdLst>
    <p:notesMasterId r:id="rId18"/>
  </p:notesMasterIdLst>
  <p:handoutMasterIdLst>
    <p:handoutMasterId r:id="rId19"/>
  </p:handoutMasterIdLst>
  <p:sldIdLst>
    <p:sldId id="548" r:id="rId7"/>
    <p:sldId id="570" r:id="rId8"/>
    <p:sldId id="562" r:id="rId9"/>
    <p:sldId id="583" r:id="rId10"/>
    <p:sldId id="584" r:id="rId11"/>
    <p:sldId id="588" r:id="rId12"/>
    <p:sldId id="585" r:id="rId13"/>
    <p:sldId id="586" r:id="rId14"/>
    <p:sldId id="589" r:id="rId15"/>
    <p:sldId id="590" r:id="rId16"/>
    <p:sldId id="581" r:id="rId17"/>
  </p:sldIdLst>
  <p:sldSz cx="12188825" cy="6858000"/>
  <p:notesSz cx="6858000" cy="9144000"/>
  <p:defaultTextStyle>
    <a:defPPr>
      <a:defRPr lang="en-US"/>
    </a:defPPr>
    <a:lvl1pPr algn="l" defTabSz="608013" rtl="0" fontAlgn="base">
      <a:spcBef>
        <a:spcPct val="0"/>
      </a:spcBef>
      <a:spcAft>
        <a:spcPct val="0"/>
      </a:spcAft>
      <a:defRPr sz="3200" kern="1200">
        <a:solidFill>
          <a:schemeClr val="tx1"/>
        </a:solidFill>
        <a:latin typeface="Arial" charset="0"/>
        <a:ea typeface="ＭＳ Ｐゴシック" charset="0"/>
        <a:cs typeface="ＭＳ Ｐゴシック" charset="0"/>
      </a:defRPr>
    </a:lvl1pPr>
    <a:lvl2pPr marL="608013" indent="-150813" algn="l" defTabSz="608013" rtl="0" fontAlgn="base">
      <a:spcBef>
        <a:spcPct val="0"/>
      </a:spcBef>
      <a:spcAft>
        <a:spcPct val="0"/>
      </a:spcAft>
      <a:defRPr sz="3200" kern="1200">
        <a:solidFill>
          <a:schemeClr val="tx1"/>
        </a:solidFill>
        <a:latin typeface="Arial" charset="0"/>
        <a:ea typeface="ＭＳ Ｐゴシック" charset="0"/>
        <a:cs typeface="ＭＳ Ｐゴシック" charset="0"/>
      </a:defRPr>
    </a:lvl2pPr>
    <a:lvl3pPr marL="1217613" indent="-303213" algn="l" defTabSz="608013" rtl="0" fontAlgn="base">
      <a:spcBef>
        <a:spcPct val="0"/>
      </a:spcBef>
      <a:spcAft>
        <a:spcPct val="0"/>
      </a:spcAft>
      <a:defRPr sz="3200" kern="1200">
        <a:solidFill>
          <a:schemeClr val="tx1"/>
        </a:solidFill>
        <a:latin typeface="Arial" charset="0"/>
        <a:ea typeface="ＭＳ Ｐゴシック" charset="0"/>
        <a:cs typeface="ＭＳ Ｐゴシック" charset="0"/>
      </a:defRPr>
    </a:lvl3pPr>
    <a:lvl4pPr marL="1825625" indent="-454025" algn="l" defTabSz="608013" rtl="0" fontAlgn="base">
      <a:spcBef>
        <a:spcPct val="0"/>
      </a:spcBef>
      <a:spcAft>
        <a:spcPct val="0"/>
      </a:spcAft>
      <a:defRPr sz="3200" kern="1200">
        <a:solidFill>
          <a:schemeClr val="tx1"/>
        </a:solidFill>
        <a:latin typeface="Arial" charset="0"/>
        <a:ea typeface="ＭＳ Ｐゴシック" charset="0"/>
        <a:cs typeface="ＭＳ Ｐゴシック" charset="0"/>
      </a:defRPr>
    </a:lvl4pPr>
    <a:lvl5pPr marL="2435225" indent="-606425" algn="l" defTabSz="608013" rtl="0" fontAlgn="base">
      <a:spcBef>
        <a:spcPct val="0"/>
      </a:spcBef>
      <a:spcAft>
        <a:spcPct val="0"/>
      </a:spcAft>
      <a:defRPr sz="3200" kern="1200">
        <a:solidFill>
          <a:schemeClr val="tx1"/>
        </a:solidFill>
        <a:latin typeface="Arial" charset="0"/>
        <a:ea typeface="ＭＳ Ｐゴシック" charset="0"/>
        <a:cs typeface="ＭＳ Ｐゴシック" charset="0"/>
      </a:defRPr>
    </a:lvl5pPr>
    <a:lvl6pPr marL="2286000" algn="l" defTabSz="457200" rtl="0" eaLnBrk="1" latinLnBrk="0" hangingPunct="1">
      <a:defRPr sz="3200" kern="1200">
        <a:solidFill>
          <a:schemeClr val="tx1"/>
        </a:solidFill>
        <a:latin typeface="Arial" charset="0"/>
        <a:ea typeface="ＭＳ Ｐゴシック" charset="0"/>
        <a:cs typeface="ＭＳ Ｐゴシック" charset="0"/>
      </a:defRPr>
    </a:lvl6pPr>
    <a:lvl7pPr marL="2743200" algn="l" defTabSz="457200" rtl="0" eaLnBrk="1" latinLnBrk="0" hangingPunct="1">
      <a:defRPr sz="3200" kern="1200">
        <a:solidFill>
          <a:schemeClr val="tx1"/>
        </a:solidFill>
        <a:latin typeface="Arial" charset="0"/>
        <a:ea typeface="ＭＳ Ｐゴシック" charset="0"/>
        <a:cs typeface="ＭＳ Ｐゴシック" charset="0"/>
      </a:defRPr>
    </a:lvl7pPr>
    <a:lvl8pPr marL="3200400" algn="l" defTabSz="457200" rtl="0" eaLnBrk="1" latinLnBrk="0" hangingPunct="1">
      <a:defRPr sz="3200" kern="1200">
        <a:solidFill>
          <a:schemeClr val="tx1"/>
        </a:solidFill>
        <a:latin typeface="Arial" charset="0"/>
        <a:ea typeface="ＭＳ Ｐゴシック" charset="0"/>
        <a:cs typeface="ＭＳ Ｐゴシック" charset="0"/>
      </a:defRPr>
    </a:lvl8pPr>
    <a:lvl9pPr marL="3657600" algn="l" defTabSz="457200" rtl="0" eaLnBrk="1" latinLnBrk="0" hangingPunct="1">
      <a:defRPr sz="3200" kern="1200">
        <a:solidFill>
          <a:schemeClr val="tx1"/>
        </a:solidFill>
        <a:latin typeface="Arial" charset="0"/>
        <a:ea typeface="ＭＳ Ｐゴシック" charset="0"/>
        <a:cs typeface="ＭＳ Ｐゴシック" charset="0"/>
      </a:defRPr>
    </a:lvl9pPr>
  </p:defaultTextStyle>
  <p:extLst>
    <p:ext uri="{EFAFB233-063F-42B5-8137-9DF3F51BA10A}">
      <p15:sldGuideLst xmlns:p15="http://schemas.microsoft.com/office/powerpoint/2012/main">
        <p15:guide id="1" orient="horz" pos="2160">
          <p15:clr>
            <a:srgbClr val="A4A3A4"/>
          </p15:clr>
        </p15:guide>
        <p15:guide id="2" pos="3839">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scaleToFitPaper="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20B0F"/>
    <a:srgbClr val="000000"/>
    <a:srgbClr val="E4EB60"/>
    <a:srgbClr val="E9683B"/>
    <a:srgbClr val="4CBA79"/>
    <a:srgbClr val="5454E9"/>
    <a:srgbClr val="865CF0"/>
    <a:srgbClr val="FF7F00"/>
    <a:srgbClr val="272166"/>
    <a:srgbClr val="FF4004"/>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5059503-7689-00E1-272C-4D159037080F}" v="21" dt="2025-06-26T03:00:19.593"/>
    <p1510:client id="{71633F36-D9A6-BF7B-86A1-F2F00B158D89}" v="1" dt="2025-06-26T04:19:20.027"/>
    <p1510:client id="{FA971F59-7C47-1473-CD01-2C27DFC12968}" v="676" dt="2025-06-26T03:33:14.01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5758FB7-9AC5-4552-8A53-C91805E547FA}" styleName="Themed Style 1 - Accent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3839"/>
      </p:guideLst>
    </p:cSldViewPr>
  </p:slide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2.xml"/><Relationship Id="rId13" Type="http://schemas.openxmlformats.org/officeDocument/2006/relationships/slide" Target="slides/slide7.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0.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5.xml"/><Relationship Id="rId24" Type="http://schemas.microsoft.com/office/2016/11/relationships/changesInfo" Target="changesInfos/changesInfo1.xml"/><Relationship Id="rId5" Type="http://schemas.openxmlformats.org/officeDocument/2006/relationships/slideMaster" Target="slideMasters/slideMaster2.xml"/><Relationship Id="rId15" Type="http://schemas.openxmlformats.org/officeDocument/2006/relationships/slide" Target="slides/slide9.xml"/><Relationship Id="rId23" Type="http://schemas.openxmlformats.org/officeDocument/2006/relationships/tableStyles" Target="tableStyles.xml"/><Relationship Id="rId10" Type="http://schemas.openxmlformats.org/officeDocument/2006/relationships/slide" Target="slides/slide4.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drés Meneses" userId="40798f1a3e334c63" providerId="Windows Live" clId="Web-{71633F36-D9A6-BF7B-86A1-F2F00B158D89}"/>
    <pc:docChg chg="modSld">
      <pc:chgData name="Andrés Meneses" userId="40798f1a3e334c63" providerId="Windows Live" clId="Web-{71633F36-D9A6-BF7B-86A1-F2F00B158D89}" dt="2025-06-26T04:19:20.027" v="0"/>
      <pc:docMkLst>
        <pc:docMk/>
      </pc:docMkLst>
      <pc:sldChg chg="mod modShow">
        <pc:chgData name="Andrés Meneses" userId="40798f1a3e334c63" providerId="Windows Live" clId="Web-{71633F36-D9A6-BF7B-86A1-F2F00B158D89}" dt="2025-06-26T04:19:20.027" v="0"/>
        <pc:sldMkLst>
          <pc:docMk/>
          <pc:sldMk cId="4204099718" sldId="585"/>
        </pc:sldMkLst>
      </pc:sldChg>
    </pc:docChg>
  </pc:docChgLst>
  <pc:docChgLst>
    <pc:chgData name="Usuario invitado" providerId="Windows Live" clId="Web-{FA971F59-7C47-1473-CD01-2C27DFC12968}"/>
    <pc:docChg chg="addSld modSld sldOrd">
      <pc:chgData name="Usuario invitado" userId="" providerId="Windows Live" clId="Web-{FA971F59-7C47-1473-CD01-2C27DFC12968}" dt="2025-06-26T03:33:14.011" v="348"/>
      <pc:docMkLst>
        <pc:docMk/>
      </pc:docMkLst>
      <pc:sldChg chg="addSp delSp modSp">
        <pc:chgData name="Usuario invitado" userId="" providerId="Windows Live" clId="Web-{FA971F59-7C47-1473-CD01-2C27DFC12968}" dt="2025-06-26T03:19:00.199" v="332" actId="20577"/>
        <pc:sldMkLst>
          <pc:docMk/>
          <pc:sldMk cId="425621508" sldId="581"/>
        </pc:sldMkLst>
        <pc:spChg chg="del">
          <ac:chgData name="Usuario invitado" userId="" providerId="Windows Live" clId="Web-{FA971F59-7C47-1473-CD01-2C27DFC12968}" dt="2025-06-26T02:46:42.327" v="178"/>
          <ac:spMkLst>
            <pc:docMk/>
            <pc:sldMk cId="425621508" sldId="581"/>
            <ac:spMk id="3" creationId="{E8E4EC52-BD7A-1B41-8954-196AB9BD02F8}"/>
          </ac:spMkLst>
        </pc:spChg>
        <pc:spChg chg="mod">
          <ac:chgData name="Usuario invitado" userId="" providerId="Windows Live" clId="Web-{FA971F59-7C47-1473-CD01-2C27DFC12968}" dt="2025-06-26T02:44:26.038" v="147" actId="20577"/>
          <ac:spMkLst>
            <pc:docMk/>
            <pc:sldMk cId="425621508" sldId="581"/>
            <ac:spMk id="7" creationId="{91F33DDB-060A-DDB9-B494-7F506604D8C4}"/>
          </ac:spMkLst>
        </pc:spChg>
        <pc:spChg chg="add mod">
          <ac:chgData name="Usuario invitado" userId="" providerId="Windows Live" clId="Web-{FA971F59-7C47-1473-CD01-2C27DFC12968}" dt="2025-06-26T02:46:07.478" v="176" actId="1076"/>
          <ac:spMkLst>
            <pc:docMk/>
            <pc:sldMk cId="425621508" sldId="581"/>
            <ac:spMk id="18" creationId="{273B7855-D416-328B-EEB6-2C5FAEFCD22E}"/>
          </ac:spMkLst>
        </pc:spChg>
        <pc:spChg chg="add mod">
          <ac:chgData name="Usuario invitado" userId="" providerId="Windows Live" clId="Web-{FA971F59-7C47-1473-CD01-2C27DFC12968}" dt="2025-06-26T03:19:00.199" v="332" actId="20577"/>
          <ac:spMkLst>
            <pc:docMk/>
            <pc:sldMk cId="425621508" sldId="581"/>
            <ac:spMk id="19" creationId="{A644A3BB-1113-3554-CF02-ED8AC76D3C51}"/>
          </ac:spMkLst>
        </pc:spChg>
        <pc:spChg chg="add mod">
          <ac:chgData name="Usuario invitado" userId="" providerId="Windows Live" clId="Web-{FA971F59-7C47-1473-CD01-2C27DFC12968}" dt="2025-06-26T02:45:41.649" v="166" actId="1076"/>
          <ac:spMkLst>
            <pc:docMk/>
            <pc:sldMk cId="425621508" sldId="581"/>
            <ac:spMk id="50" creationId="{197C8E89-8828-BA4E-C47A-4B214610BD89}"/>
          </ac:spMkLst>
        </pc:spChg>
        <pc:spChg chg="add mod">
          <ac:chgData name="Usuario invitado" userId="" providerId="Windows Live" clId="Web-{FA971F59-7C47-1473-CD01-2C27DFC12968}" dt="2025-06-26T02:46:02.791" v="175" actId="1076"/>
          <ac:spMkLst>
            <pc:docMk/>
            <pc:sldMk cId="425621508" sldId="581"/>
            <ac:spMk id="51" creationId="{33D31C5A-83FB-439E-66CA-8AE8ABDF83CF}"/>
          </ac:spMkLst>
        </pc:spChg>
        <pc:graphicFrameChg chg="modGraphic">
          <ac:chgData name="Usuario invitado" userId="" providerId="Windows Live" clId="Web-{FA971F59-7C47-1473-CD01-2C27DFC12968}" dt="2025-06-26T02:42:34.082" v="108" actId="20577"/>
          <ac:graphicFrameMkLst>
            <pc:docMk/>
            <pc:sldMk cId="425621508" sldId="581"/>
            <ac:graphicFrameMk id="8" creationId="{135D3F68-F84D-AD30-116B-D226C7F1AA89}"/>
          </ac:graphicFrameMkLst>
        </pc:graphicFrameChg>
      </pc:sldChg>
      <pc:sldChg chg="delSp">
        <pc:chgData name="Usuario invitado" userId="" providerId="Windows Live" clId="Web-{FA971F59-7C47-1473-CD01-2C27DFC12968}" dt="2025-06-26T02:47:13.702" v="185"/>
        <pc:sldMkLst>
          <pc:docMk/>
          <pc:sldMk cId="3222832580" sldId="583"/>
        </pc:sldMkLst>
        <pc:spChg chg="del">
          <ac:chgData name="Usuario invitado" userId="" providerId="Windows Live" clId="Web-{FA971F59-7C47-1473-CD01-2C27DFC12968}" dt="2025-06-26T02:47:13.702" v="185"/>
          <ac:spMkLst>
            <pc:docMk/>
            <pc:sldMk cId="3222832580" sldId="583"/>
            <ac:spMk id="3" creationId="{A78DFE22-71AE-C31F-6FCA-881EC4BBCA0E}"/>
          </ac:spMkLst>
        </pc:spChg>
      </pc:sldChg>
      <pc:sldChg chg="delSp">
        <pc:chgData name="Usuario invitado" userId="" providerId="Windows Live" clId="Web-{FA971F59-7C47-1473-CD01-2C27DFC12968}" dt="2025-06-26T02:47:09.687" v="184"/>
        <pc:sldMkLst>
          <pc:docMk/>
          <pc:sldMk cId="2584259642" sldId="584"/>
        </pc:sldMkLst>
        <pc:spChg chg="del">
          <ac:chgData name="Usuario invitado" userId="" providerId="Windows Live" clId="Web-{FA971F59-7C47-1473-CD01-2C27DFC12968}" dt="2025-06-26T02:47:09.687" v="184"/>
          <ac:spMkLst>
            <pc:docMk/>
            <pc:sldMk cId="2584259642" sldId="584"/>
            <ac:spMk id="3" creationId="{8BAD72BC-0F62-1E6C-E9DA-0D5B42A9DBF4}"/>
          </ac:spMkLst>
        </pc:spChg>
      </pc:sldChg>
      <pc:sldChg chg="delSp">
        <pc:chgData name="Usuario invitado" userId="" providerId="Windows Live" clId="Web-{FA971F59-7C47-1473-CD01-2C27DFC12968}" dt="2025-06-26T02:46:54.061" v="180"/>
        <pc:sldMkLst>
          <pc:docMk/>
          <pc:sldMk cId="4204099718" sldId="585"/>
        </pc:sldMkLst>
        <pc:spChg chg="del">
          <ac:chgData name="Usuario invitado" userId="" providerId="Windows Live" clId="Web-{FA971F59-7C47-1473-CD01-2C27DFC12968}" dt="2025-06-26T02:46:54.061" v="180"/>
          <ac:spMkLst>
            <pc:docMk/>
            <pc:sldMk cId="4204099718" sldId="585"/>
            <ac:spMk id="3" creationId="{FA6CC8B4-E0C5-82FF-F35D-3CBCA713544D}"/>
          </ac:spMkLst>
        </pc:spChg>
      </pc:sldChg>
      <pc:sldChg chg="delSp modSp">
        <pc:chgData name="Usuario invitado" userId="" providerId="Windows Live" clId="Web-{FA971F59-7C47-1473-CD01-2C27DFC12968}" dt="2025-06-26T02:47:03.686" v="183" actId="1076"/>
        <pc:sldMkLst>
          <pc:docMk/>
          <pc:sldMk cId="3420825718" sldId="588"/>
        </pc:sldMkLst>
        <pc:spChg chg="del">
          <ac:chgData name="Usuario invitado" userId="" providerId="Windows Live" clId="Web-{FA971F59-7C47-1473-CD01-2C27DFC12968}" dt="2025-06-26T02:46:59.968" v="182"/>
          <ac:spMkLst>
            <pc:docMk/>
            <pc:sldMk cId="3420825718" sldId="588"/>
            <ac:spMk id="3" creationId="{6F103108-6A9C-E2AA-B98C-15A6F0585472}"/>
          </ac:spMkLst>
        </pc:spChg>
        <pc:picChg chg="mod">
          <ac:chgData name="Usuario invitado" userId="" providerId="Windows Live" clId="Web-{FA971F59-7C47-1473-CD01-2C27DFC12968}" dt="2025-06-26T02:47:03.686" v="183" actId="1076"/>
          <ac:picMkLst>
            <pc:docMk/>
            <pc:sldMk cId="3420825718" sldId="588"/>
            <ac:picMk id="4" creationId="{2811DF57-AC01-C239-9A80-479F7ADA89B1}"/>
          </ac:picMkLst>
        </pc:picChg>
      </pc:sldChg>
      <pc:sldChg chg="addSp delSp modSp add replId">
        <pc:chgData name="Usuario invitado" userId="" providerId="Windows Live" clId="Web-{FA971F59-7C47-1473-CD01-2C27DFC12968}" dt="2025-06-26T02:46:46.374" v="179"/>
        <pc:sldMkLst>
          <pc:docMk/>
          <pc:sldMk cId="25790549" sldId="589"/>
        </pc:sldMkLst>
        <pc:spChg chg="mod">
          <ac:chgData name="Usuario invitado" userId="" providerId="Windows Live" clId="Web-{FA971F59-7C47-1473-CD01-2C27DFC12968}" dt="2025-06-26T02:35:22.134" v="78" actId="20577"/>
          <ac:spMkLst>
            <pc:docMk/>
            <pc:sldMk cId="25790549" sldId="589"/>
            <ac:spMk id="5" creationId="{69D6BE99-BB5D-6A2D-2EEF-83B81B659E98}"/>
          </ac:spMkLst>
        </pc:spChg>
        <pc:spChg chg="del">
          <ac:chgData name="Usuario invitado" userId="" providerId="Windows Live" clId="Web-{FA971F59-7C47-1473-CD01-2C27DFC12968}" dt="2025-06-26T02:46:46.374" v="179"/>
          <ac:spMkLst>
            <pc:docMk/>
            <pc:sldMk cId="25790549" sldId="589"/>
            <ac:spMk id="10" creationId="{57772450-EA07-355D-70AC-2567D479481B}"/>
          </ac:spMkLst>
        </pc:spChg>
        <pc:graphicFrameChg chg="add del mod modGraphic">
          <ac:chgData name="Usuario invitado" userId="" providerId="Windows Live" clId="Web-{FA971F59-7C47-1473-CD01-2C27DFC12968}" dt="2025-06-26T02:34:45.243" v="66"/>
          <ac:graphicFrameMkLst>
            <pc:docMk/>
            <pc:sldMk cId="25790549" sldId="589"/>
            <ac:graphicFrameMk id="4" creationId="{89C59718-DFDD-81E4-6608-AF7DFD91F82A}"/>
          </ac:graphicFrameMkLst>
        </pc:graphicFrameChg>
        <pc:graphicFrameChg chg="add del mod modGraphic">
          <ac:chgData name="Usuario invitado" userId="" providerId="Windows Live" clId="Web-{FA971F59-7C47-1473-CD01-2C27DFC12968}" dt="2025-06-26T02:34:44.790" v="65"/>
          <ac:graphicFrameMkLst>
            <pc:docMk/>
            <pc:sldMk cId="25790549" sldId="589"/>
            <ac:graphicFrameMk id="7" creationId="{9212AE42-6D1A-EB08-D565-DA0B1B537EB2}"/>
          </ac:graphicFrameMkLst>
        </pc:graphicFrameChg>
        <pc:picChg chg="add mod">
          <ac:chgData name="Usuario invitado" userId="" providerId="Windows Live" clId="Web-{FA971F59-7C47-1473-CD01-2C27DFC12968}" dt="2025-06-26T02:35:11.447" v="69" actId="1076"/>
          <ac:picMkLst>
            <pc:docMk/>
            <pc:sldMk cId="25790549" sldId="589"/>
            <ac:picMk id="8" creationId="{9DC6966A-1329-22E8-53E1-297879E3182E}"/>
          </ac:picMkLst>
        </pc:picChg>
        <pc:picChg chg="del">
          <ac:chgData name="Usuario invitado" userId="" providerId="Windows Live" clId="Web-{FA971F59-7C47-1473-CD01-2C27DFC12968}" dt="2025-06-26T02:33:59.601" v="53"/>
          <ac:picMkLst>
            <pc:docMk/>
            <pc:sldMk cId="25790549" sldId="589"/>
            <ac:picMk id="11" creationId="{15D2A408-358A-1129-0AA1-8672FC76D56F}"/>
          </ac:picMkLst>
        </pc:picChg>
      </pc:sldChg>
      <pc:sldChg chg="modSp new ord">
        <pc:chgData name="Usuario invitado" userId="" providerId="Windows Live" clId="Web-{FA971F59-7C47-1473-CD01-2C27DFC12968}" dt="2025-06-26T03:33:14.011" v="348"/>
        <pc:sldMkLst>
          <pc:docMk/>
          <pc:sldMk cId="3566481741" sldId="590"/>
        </pc:sldMkLst>
        <pc:spChg chg="mod">
          <ac:chgData name="Usuario invitado" userId="" providerId="Windows Live" clId="Web-{FA971F59-7C47-1473-CD01-2C27DFC12968}" dt="2025-06-26T03:33:02.949" v="347" actId="1076"/>
          <ac:spMkLst>
            <pc:docMk/>
            <pc:sldMk cId="3566481741" sldId="590"/>
            <ac:spMk id="4" creationId="{D0F84C1F-172E-B35F-5695-6476FD46AD9C}"/>
          </ac:spMkLst>
        </pc:spChg>
        <pc:spChg chg="mod">
          <ac:chgData name="Usuario invitado" userId="" providerId="Windows Live" clId="Web-{FA971F59-7C47-1473-CD01-2C27DFC12968}" dt="2025-06-26T03:14:31.155" v="208" actId="20577"/>
          <ac:spMkLst>
            <pc:docMk/>
            <pc:sldMk cId="3566481741" sldId="590"/>
            <ac:spMk id="5" creationId="{D5A2D749-1616-6F3F-B36A-960236F3677D}"/>
          </ac:spMkLst>
        </pc:spChg>
      </pc:sldChg>
    </pc:docChg>
  </pc:docChgLst>
  <pc:docChgLst>
    <pc:chgData name="Jhonattan Reales De La Asunción" userId="26ba37350bc8f08f" providerId="Windows Live" clId="Web-{05059503-7689-00E1-272C-4D159037080F}"/>
    <pc:docChg chg="addSld delSld modSld">
      <pc:chgData name="Jhonattan Reales De La Asunción" userId="26ba37350bc8f08f" providerId="Windows Live" clId="Web-{05059503-7689-00E1-272C-4D159037080F}" dt="2025-06-26T03:00:17.249" v="19" actId="20577"/>
      <pc:docMkLst>
        <pc:docMk/>
      </pc:docMkLst>
      <pc:sldChg chg="modSp">
        <pc:chgData name="Jhonattan Reales De La Asunción" userId="26ba37350bc8f08f" providerId="Windows Live" clId="Web-{05059503-7689-00E1-272C-4D159037080F}" dt="2025-06-26T03:00:17.249" v="19" actId="20577"/>
        <pc:sldMkLst>
          <pc:docMk/>
          <pc:sldMk cId="2570711544" sldId="570"/>
        </pc:sldMkLst>
        <pc:spChg chg="mod">
          <ac:chgData name="Jhonattan Reales De La Asunción" userId="26ba37350bc8f08f" providerId="Windows Live" clId="Web-{05059503-7689-00E1-272C-4D159037080F}" dt="2025-06-26T03:00:17.249" v="19" actId="20577"/>
          <ac:spMkLst>
            <pc:docMk/>
            <pc:sldMk cId="2570711544" sldId="570"/>
            <ac:spMk id="28" creationId="{CAE1C9A6-AF46-2647-8629-A655147BCE56}"/>
          </ac:spMkLst>
        </pc:spChg>
        <pc:grpChg chg="mod">
          <ac:chgData name="Jhonattan Reales De La Asunción" userId="26ba37350bc8f08f" providerId="Windows Live" clId="Web-{05059503-7689-00E1-272C-4D159037080F}" dt="2025-06-26T02:59:21.482" v="11" actId="1076"/>
          <ac:grpSpMkLst>
            <pc:docMk/>
            <pc:sldMk cId="2570711544" sldId="570"/>
            <ac:grpSpMk id="13" creationId="{220ED2CB-F76B-20BD-6172-80BC0C02B9BF}"/>
          </ac:grpSpMkLst>
        </pc:grpChg>
      </pc:sldChg>
      <pc:sldChg chg="new del">
        <pc:chgData name="Jhonattan Reales De La Asunción" userId="26ba37350bc8f08f" providerId="Windows Live" clId="Web-{05059503-7689-00E1-272C-4D159037080F}" dt="2025-06-26T02:01:21.913" v="2"/>
        <pc:sldMkLst>
          <pc:docMk/>
          <pc:sldMk cId="588763943" sldId="587"/>
        </pc:sldMkLst>
      </pc:sldChg>
      <pc:sldChg chg="addSp delSp modSp add replId">
        <pc:chgData name="Jhonattan Reales De La Asunción" userId="26ba37350bc8f08f" providerId="Windows Live" clId="Web-{05059503-7689-00E1-272C-4D159037080F}" dt="2025-06-26T02:01:46.351" v="9" actId="1076"/>
        <pc:sldMkLst>
          <pc:docMk/>
          <pc:sldMk cId="3420825718" sldId="588"/>
        </pc:sldMkLst>
        <pc:spChg chg="mod">
          <ac:chgData name="Jhonattan Reales De La Asunción" userId="26ba37350bc8f08f" providerId="Windows Live" clId="Web-{05059503-7689-00E1-272C-4D159037080F}" dt="2025-06-26T02:01:37.179" v="7" actId="1076"/>
          <ac:spMkLst>
            <pc:docMk/>
            <pc:sldMk cId="3420825718" sldId="588"/>
            <ac:spMk id="10" creationId="{4C76B9E9-EF15-B3F9-852C-EA0CA886D761}"/>
          </ac:spMkLst>
        </pc:spChg>
        <pc:picChg chg="add mod">
          <ac:chgData name="Jhonattan Reales De La Asunción" userId="26ba37350bc8f08f" providerId="Windows Live" clId="Web-{05059503-7689-00E1-272C-4D159037080F}" dt="2025-06-26T02:01:46.351" v="9" actId="1076"/>
          <ac:picMkLst>
            <pc:docMk/>
            <pc:sldMk cId="3420825718" sldId="588"/>
            <ac:picMk id="4" creationId="{2811DF57-AC01-C239-9A80-479F7ADA89B1}"/>
          </ac:picMkLst>
        </pc:picChg>
        <pc:picChg chg="del">
          <ac:chgData name="Jhonattan Reales De La Asunción" userId="26ba37350bc8f08f" providerId="Windows Live" clId="Web-{05059503-7689-00E1-272C-4D159037080F}" dt="2025-06-26T02:01:25.506" v="3"/>
          <ac:picMkLst>
            <pc:docMk/>
            <pc:sldMk cId="3420825718" sldId="588"/>
            <ac:picMk id="9" creationId="{D88A809E-4CB6-409C-135D-27BB55D06A45}"/>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464EF1A-4244-524C-976D-CF560D46E048}" type="doc">
      <dgm:prSet loTypeId="urn:microsoft.com/office/officeart/2005/8/layout/hProcess4" loCatId="" qsTypeId="urn:microsoft.com/office/officeart/2005/8/quickstyle/simple1" qsCatId="simple" csTypeId="urn:microsoft.com/office/officeart/2005/8/colors/accent1_2" csCatId="accent1" phldr="1"/>
      <dgm:spPr/>
      <dgm:t>
        <a:bodyPr/>
        <a:lstStyle/>
        <a:p>
          <a:endParaRPr lang="es-MX"/>
        </a:p>
      </dgm:t>
    </dgm:pt>
    <dgm:pt modelId="{082657E0-3827-534D-BB5D-EC3E7863E1AA}">
      <dgm:prSet phldrT="[Texto]" custT="1"/>
      <dgm:spPr>
        <a:solidFill>
          <a:schemeClr val="tx2"/>
        </a:solidFill>
        <a:ln>
          <a:solidFill>
            <a:schemeClr val="accent4">
              <a:lumMod val="90000"/>
            </a:schemeClr>
          </a:solidFill>
        </a:ln>
      </dgm:spPr>
      <dgm:t>
        <a:bodyPr/>
        <a:lstStyle/>
        <a:p>
          <a:r>
            <a:rPr lang="es-MX" sz="1400" b="1">
              <a:solidFill>
                <a:schemeClr val="bg1"/>
              </a:solidFill>
            </a:rPr>
            <a:t>1. EDA</a:t>
          </a:r>
        </a:p>
      </dgm:t>
    </dgm:pt>
    <dgm:pt modelId="{A3FA89C7-1AA6-9D48-90DF-13B7E63F3B87}" type="parTrans" cxnId="{BD5FD0AB-F484-2541-9D2F-BDFE8F4ADA87}">
      <dgm:prSet/>
      <dgm:spPr/>
      <dgm:t>
        <a:bodyPr/>
        <a:lstStyle/>
        <a:p>
          <a:endParaRPr lang="es-MX"/>
        </a:p>
      </dgm:t>
    </dgm:pt>
    <dgm:pt modelId="{D33505E2-FF38-7B4D-8C64-F661ECED5789}" type="sibTrans" cxnId="{BD5FD0AB-F484-2541-9D2F-BDFE8F4ADA87}">
      <dgm:prSet/>
      <dgm:spPr/>
      <dgm:t>
        <a:bodyPr/>
        <a:lstStyle/>
        <a:p>
          <a:endParaRPr lang="es-MX" sz="1400"/>
        </a:p>
      </dgm:t>
    </dgm:pt>
    <dgm:pt modelId="{533C1FB6-CAF1-5C44-9C34-C688D05B3AEB}">
      <dgm:prSet phldrT="[Texto]" custT="1"/>
      <dgm:spPr>
        <a:ln>
          <a:solidFill>
            <a:schemeClr val="accent4">
              <a:lumMod val="90000"/>
            </a:schemeClr>
          </a:solidFill>
        </a:ln>
      </dgm:spPr>
      <dgm:t>
        <a:bodyPr/>
        <a:lstStyle/>
        <a:p>
          <a:pPr algn="just"/>
          <a:r>
            <a:rPr lang="es-MX" sz="1400"/>
            <a:t>Carga y Limpieza de Datos</a:t>
          </a:r>
        </a:p>
      </dgm:t>
    </dgm:pt>
    <dgm:pt modelId="{DFF060EA-32C2-1E4B-A839-0E77797FF8AF}" type="parTrans" cxnId="{DD8E35B3-DF6B-1240-865F-FF03CDFE002F}">
      <dgm:prSet/>
      <dgm:spPr/>
      <dgm:t>
        <a:bodyPr/>
        <a:lstStyle/>
        <a:p>
          <a:endParaRPr lang="es-MX"/>
        </a:p>
      </dgm:t>
    </dgm:pt>
    <dgm:pt modelId="{7A244507-1207-6145-8F88-17B89F143F24}" type="sibTrans" cxnId="{DD8E35B3-DF6B-1240-865F-FF03CDFE002F}">
      <dgm:prSet/>
      <dgm:spPr/>
      <dgm:t>
        <a:bodyPr/>
        <a:lstStyle/>
        <a:p>
          <a:endParaRPr lang="es-MX"/>
        </a:p>
      </dgm:t>
    </dgm:pt>
    <dgm:pt modelId="{8E25AD91-4C60-8448-97D9-7A7017D7E55D}">
      <dgm:prSet phldrT="[Texto]" custT="1"/>
      <dgm:spPr>
        <a:solidFill>
          <a:schemeClr val="accent2"/>
        </a:solidFill>
      </dgm:spPr>
      <dgm:t>
        <a:bodyPr/>
        <a:lstStyle/>
        <a:p>
          <a:r>
            <a:rPr lang="es-CO" sz="1400" b="1">
              <a:solidFill>
                <a:schemeClr val="tx1"/>
              </a:solidFill>
            </a:rPr>
            <a:t>2. Clasificar Demanda</a:t>
          </a:r>
          <a:endParaRPr lang="es-MX" sz="1400">
            <a:solidFill>
              <a:schemeClr val="tx1"/>
            </a:solidFill>
          </a:endParaRPr>
        </a:p>
      </dgm:t>
    </dgm:pt>
    <dgm:pt modelId="{2005629E-B3C5-724A-8B3C-A507EFB52749}" type="parTrans" cxnId="{156BB2CB-47DA-A74B-9071-A8178F368EBD}">
      <dgm:prSet/>
      <dgm:spPr/>
      <dgm:t>
        <a:bodyPr/>
        <a:lstStyle/>
        <a:p>
          <a:endParaRPr lang="es-MX"/>
        </a:p>
      </dgm:t>
    </dgm:pt>
    <dgm:pt modelId="{2FB236CE-11E4-EE4D-B483-E969C0B22F17}" type="sibTrans" cxnId="{156BB2CB-47DA-A74B-9071-A8178F368EBD}">
      <dgm:prSet/>
      <dgm:spPr/>
      <dgm:t>
        <a:bodyPr/>
        <a:lstStyle/>
        <a:p>
          <a:endParaRPr lang="es-MX" sz="1400"/>
        </a:p>
      </dgm:t>
    </dgm:pt>
    <dgm:pt modelId="{7A2BB58A-9CC6-7643-A3F8-A9296F323850}">
      <dgm:prSet phldrT="[Texto]" custT="1"/>
      <dgm:spPr/>
      <dgm:t>
        <a:bodyPr/>
        <a:lstStyle/>
        <a:p>
          <a:pPr algn="just"/>
          <a:r>
            <a:rPr lang="es-CO" sz="1400">
              <a:solidFill>
                <a:schemeClr val="tx1"/>
              </a:solidFill>
            </a:rPr>
            <a:t>Usando </a:t>
          </a:r>
          <a:r>
            <a:rPr lang="es-CO" sz="1400" err="1">
              <a:solidFill>
                <a:schemeClr val="tx1"/>
              </a:solidFill>
            </a:rPr>
            <a:t>CoV</a:t>
          </a:r>
          <a:r>
            <a:rPr lang="es-CO" sz="1400">
              <a:solidFill>
                <a:schemeClr val="tx1"/>
              </a:solidFill>
            </a:rPr>
            <a:t> e Intermitencia, se clasifica el tipo de demanda como: Errática, Irregular, </a:t>
          </a:r>
          <a:r>
            <a:rPr lang="es-CO" sz="1400" err="1">
              <a:solidFill>
                <a:schemeClr val="tx1"/>
              </a:solidFill>
            </a:rPr>
            <a:t>Uneven</a:t>
          </a:r>
          <a:r>
            <a:rPr lang="es-CO" sz="1400">
              <a:solidFill>
                <a:schemeClr val="tx1"/>
              </a:solidFill>
            </a:rPr>
            <a:t>, </a:t>
          </a:r>
          <a:r>
            <a:rPr lang="es-CO" sz="1400" err="1">
              <a:solidFill>
                <a:schemeClr val="tx1"/>
              </a:solidFill>
            </a:rPr>
            <a:t>Smooth</a:t>
          </a:r>
          <a:r>
            <a:rPr lang="es-CO" sz="1400">
              <a:solidFill>
                <a:schemeClr val="tx1"/>
              </a:solidFill>
            </a:rPr>
            <a:t>, entre otros, para 26 SKU</a:t>
          </a:r>
          <a:endParaRPr lang="es-MX" sz="1400"/>
        </a:p>
      </dgm:t>
    </dgm:pt>
    <dgm:pt modelId="{80DF3043-03FD-8D46-B54B-1D0F08519900}" type="parTrans" cxnId="{D90BFE2A-EDAA-B644-93BC-2F01D99C0690}">
      <dgm:prSet/>
      <dgm:spPr/>
      <dgm:t>
        <a:bodyPr/>
        <a:lstStyle/>
        <a:p>
          <a:endParaRPr lang="es-MX"/>
        </a:p>
      </dgm:t>
    </dgm:pt>
    <dgm:pt modelId="{7334346F-8D44-664C-8CB3-81B233C07EAB}" type="sibTrans" cxnId="{D90BFE2A-EDAA-B644-93BC-2F01D99C0690}">
      <dgm:prSet/>
      <dgm:spPr/>
      <dgm:t>
        <a:bodyPr/>
        <a:lstStyle/>
        <a:p>
          <a:endParaRPr lang="es-MX"/>
        </a:p>
      </dgm:t>
    </dgm:pt>
    <dgm:pt modelId="{B4E586AF-D840-E44D-B9F8-F0020AA65B14}">
      <dgm:prSet phldrT="[Texto]" custT="1"/>
      <dgm:spPr>
        <a:solidFill>
          <a:schemeClr val="accent1"/>
        </a:solidFill>
      </dgm:spPr>
      <dgm:t>
        <a:bodyPr/>
        <a:lstStyle/>
        <a:p>
          <a:r>
            <a:rPr lang="es-CO" sz="1400" b="1">
              <a:solidFill>
                <a:schemeClr val="bg1"/>
              </a:solidFill>
            </a:rPr>
            <a:t>3. Asignación de Modelos por tipo de demanda</a:t>
          </a:r>
          <a:endParaRPr lang="es-MX" sz="1400"/>
        </a:p>
      </dgm:t>
    </dgm:pt>
    <dgm:pt modelId="{7D321E05-2FB9-1D45-A5D7-3EE7C8189AF6}" type="parTrans" cxnId="{23121D0C-F63D-174A-98FC-B5FF2406FBC6}">
      <dgm:prSet/>
      <dgm:spPr/>
      <dgm:t>
        <a:bodyPr/>
        <a:lstStyle/>
        <a:p>
          <a:endParaRPr lang="es-MX"/>
        </a:p>
      </dgm:t>
    </dgm:pt>
    <dgm:pt modelId="{E6B5EEAF-A343-BA48-BA66-AE5E4A2F3179}" type="sibTrans" cxnId="{23121D0C-F63D-174A-98FC-B5FF2406FBC6}">
      <dgm:prSet/>
      <dgm:spPr/>
      <dgm:t>
        <a:bodyPr/>
        <a:lstStyle/>
        <a:p>
          <a:endParaRPr lang="es-MX" sz="1400"/>
        </a:p>
      </dgm:t>
    </dgm:pt>
    <dgm:pt modelId="{6DF95412-CA4F-5A4F-848E-3A3C158E35C1}">
      <dgm:prSet phldrT="[Texto]" custT="1"/>
      <dgm:spPr/>
      <dgm:t>
        <a:bodyPr/>
        <a:lstStyle/>
        <a:p>
          <a:pPr algn="just"/>
          <a:r>
            <a:rPr lang="es-MX" sz="1400"/>
            <a:t>Para optimizar el proceso, se asigna a cada SKU un subconjunto de modelos aplicables</a:t>
          </a:r>
        </a:p>
      </dgm:t>
    </dgm:pt>
    <dgm:pt modelId="{86E26962-82C9-BC43-95AC-F1476D04A920}" type="parTrans" cxnId="{9E630DFE-C081-E243-B1DE-F10863923F01}">
      <dgm:prSet/>
      <dgm:spPr/>
      <dgm:t>
        <a:bodyPr/>
        <a:lstStyle/>
        <a:p>
          <a:endParaRPr lang="es-MX"/>
        </a:p>
      </dgm:t>
    </dgm:pt>
    <dgm:pt modelId="{26378267-6EF0-2A4B-89EA-8F7E71313A16}" type="sibTrans" cxnId="{9E630DFE-C081-E243-B1DE-F10863923F01}">
      <dgm:prSet/>
      <dgm:spPr/>
      <dgm:t>
        <a:bodyPr/>
        <a:lstStyle/>
        <a:p>
          <a:endParaRPr lang="es-MX"/>
        </a:p>
      </dgm:t>
    </dgm:pt>
    <dgm:pt modelId="{1A148B5D-3BF6-1F40-AD29-F0A017096F28}">
      <dgm:prSet custT="1"/>
      <dgm:spPr>
        <a:solidFill>
          <a:schemeClr val="accent3"/>
        </a:solidFill>
      </dgm:spPr>
      <dgm:t>
        <a:bodyPr/>
        <a:lstStyle/>
        <a:p>
          <a:r>
            <a:rPr lang="es-CO" sz="1400" b="1">
              <a:solidFill>
                <a:schemeClr val="bg1"/>
              </a:solidFill>
            </a:rPr>
            <a:t>4. Corrección </a:t>
          </a:r>
          <a:r>
            <a:rPr lang="es-CO" sz="1400" b="1" err="1">
              <a:solidFill>
                <a:schemeClr val="bg1"/>
              </a:solidFill>
            </a:rPr>
            <a:t>Outliers</a:t>
          </a:r>
          <a:endParaRPr lang="es-MX" sz="1400"/>
        </a:p>
      </dgm:t>
    </dgm:pt>
    <dgm:pt modelId="{73509E70-7113-1245-8436-AB5DB03B4E5B}" type="parTrans" cxnId="{880CC564-CC91-1442-99D2-16993EE0F68E}">
      <dgm:prSet/>
      <dgm:spPr/>
      <dgm:t>
        <a:bodyPr/>
        <a:lstStyle/>
        <a:p>
          <a:endParaRPr lang="es-MX"/>
        </a:p>
      </dgm:t>
    </dgm:pt>
    <dgm:pt modelId="{4C090424-64EF-7144-93CD-9765735A0FB9}" type="sibTrans" cxnId="{880CC564-CC91-1442-99D2-16993EE0F68E}">
      <dgm:prSet/>
      <dgm:spPr/>
      <dgm:t>
        <a:bodyPr/>
        <a:lstStyle/>
        <a:p>
          <a:endParaRPr lang="es-MX" sz="1400"/>
        </a:p>
      </dgm:t>
    </dgm:pt>
    <dgm:pt modelId="{BA2EBFE1-5F9D-6440-9FE6-6E3AC0B389F6}">
      <dgm:prSet custT="1"/>
      <dgm:spPr>
        <a:solidFill>
          <a:schemeClr val="tx2"/>
        </a:solidFill>
      </dgm:spPr>
      <dgm:t>
        <a:bodyPr/>
        <a:lstStyle/>
        <a:p>
          <a:r>
            <a:rPr lang="es-CO" sz="1400" b="1">
              <a:solidFill>
                <a:schemeClr val="bg1"/>
              </a:solidFill>
            </a:rPr>
            <a:t>5. Evaluación de Modelos Predictivos</a:t>
          </a:r>
          <a:endParaRPr lang="es-MX" sz="1400"/>
        </a:p>
      </dgm:t>
    </dgm:pt>
    <dgm:pt modelId="{FF060B6D-7C6F-9E41-9FF7-8A49E7F91151}" type="parTrans" cxnId="{F9F3081E-3838-BA4E-AE94-EAC5C65C1D98}">
      <dgm:prSet/>
      <dgm:spPr/>
      <dgm:t>
        <a:bodyPr/>
        <a:lstStyle/>
        <a:p>
          <a:endParaRPr lang="es-MX"/>
        </a:p>
      </dgm:t>
    </dgm:pt>
    <dgm:pt modelId="{439DBA16-D373-1445-8B62-D14F5AF9D913}" type="sibTrans" cxnId="{F9F3081E-3838-BA4E-AE94-EAC5C65C1D98}">
      <dgm:prSet/>
      <dgm:spPr/>
      <dgm:t>
        <a:bodyPr/>
        <a:lstStyle/>
        <a:p>
          <a:endParaRPr lang="es-MX"/>
        </a:p>
      </dgm:t>
    </dgm:pt>
    <dgm:pt modelId="{6E6897DB-44AE-B944-AB1E-4EE0392842D6}">
      <dgm:prSet custT="1"/>
      <dgm:spPr/>
      <dgm:t>
        <a:bodyPr/>
        <a:lstStyle/>
        <a:p>
          <a:pPr algn="just"/>
          <a:r>
            <a:rPr lang="es-MX" sz="1400"/>
            <a:t>Corrección de </a:t>
          </a:r>
          <a:r>
            <a:rPr lang="es-MX" sz="1400" err="1"/>
            <a:t>outliers</a:t>
          </a:r>
          <a:r>
            <a:rPr lang="es-MX" sz="1400"/>
            <a:t> para cada SKU (valores fuera de 2 desviaciones estándar se reemplazan por los límites).</a:t>
          </a:r>
        </a:p>
      </dgm:t>
    </dgm:pt>
    <dgm:pt modelId="{0894FD68-399E-804E-8869-B5DC94A34EFB}" type="parTrans" cxnId="{0764AF5D-7BA8-1341-87C5-83A9FA0FED1B}">
      <dgm:prSet/>
      <dgm:spPr/>
      <dgm:t>
        <a:bodyPr/>
        <a:lstStyle/>
        <a:p>
          <a:endParaRPr lang="es-MX"/>
        </a:p>
      </dgm:t>
    </dgm:pt>
    <dgm:pt modelId="{F5606CB1-A779-2949-9D54-28A84C2511BC}" type="sibTrans" cxnId="{0764AF5D-7BA8-1341-87C5-83A9FA0FED1B}">
      <dgm:prSet/>
      <dgm:spPr/>
      <dgm:t>
        <a:bodyPr/>
        <a:lstStyle/>
        <a:p>
          <a:endParaRPr lang="es-MX"/>
        </a:p>
      </dgm:t>
    </dgm:pt>
    <dgm:pt modelId="{72C92EF3-DF3E-1B44-99E0-E9ABC3407FA9}">
      <dgm:prSet custT="1"/>
      <dgm:spPr/>
      <dgm:t>
        <a:bodyPr/>
        <a:lstStyle/>
        <a:p>
          <a:pPr algn="just"/>
          <a:r>
            <a:rPr lang="es-MX" sz="1400"/>
            <a:t>Se identifican mejores modelos de predicción diaria y luego semanal por SKU.</a:t>
          </a:r>
        </a:p>
      </dgm:t>
    </dgm:pt>
    <dgm:pt modelId="{DFE22BAE-F552-0346-8E76-523A95F80DC7}" type="parTrans" cxnId="{619484F8-876F-9447-A957-AD08CAA87EB5}">
      <dgm:prSet/>
      <dgm:spPr/>
      <dgm:t>
        <a:bodyPr/>
        <a:lstStyle/>
        <a:p>
          <a:endParaRPr lang="es-MX"/>
        </a:p>
      </dgm:t>
    </dgm:pt>
    <dgm:pt modelId="{98DCF2DB-12B9-044E-964E-91568E2AE541}" type="sibTrans" cxnId="{619484F8-876F-9447-A957-AD08CAA87EB5}">
      <dgm:prSet/>
      <dgm:spPr/>
      <dgm:t>
        <a:bodyPr/>
        <a:lstStyle/>
        <a:p>
          <a:endParaRPr lang="es-MX"/>
        </a:p>
      </dgm:t>
    </dgm:pt>
    <dgm:pt modelId="{F69183E5-A0C8-4304-88C7-05C6B43F585D}">
      <dgm:prSet custT="1"/>
      <dgm:spPr/>
      <dgm:t>
        <a:bodyPr/>
        <a:lstStyle/>
        <a:p>
          <a:r>
            <a:rPr lang="es-CO" sz="1400" b="1"/>
            <a:t>6. Resumen y Visualización de Resultados</a:t>
          </a:r>
        </a:p>
      </dgm:t>
    </dgm:pt>
    <dgm:pt modelId="{0FBEA3A2-0A72-4B31-94DB-EC8E8BC3E8A6}" type="parTrans" cxnId="{26352DE1-618F-4D2C-9E58-EE672F106578}">
      <dgm:prSet/>
      <dgm:spPr/>
      <dgm:t>
        <a:bodyPr/>
        <a:lstStyle/>
        <a:p>
          <a:endParaRPr lang="es-CO"/>
        </a:p>
      </dgm:t>
    </dgm:pt>
    <dgm:pt modelId="{F8CFA20A-13C8-425F-8783-C135A84EC657}" type="sibTrans" cxnId="{26352DE1-618F-4D2C-9E58-EE672F106578}">
      <dgm:prSet/>
      <dgm:spPr/>
      <dgm:t>
        <a:bodyPr/>
        <a:lstStyle/>
        <a:p>
          <a:endParaRPr lang="es-CO"/>
        </a:p>
      </dgm:t>
    </dgm:pt>
    <dgm:pt modelId="{A39F2A0A-8044-4728-BD0F-E06B9CC6DED2}">
      <dgm:prSet phldrT="[Texto]" custT="1"/>
      <dgm:spPr>
        <a:ln>
          <a:solidFill>
            <a:schemeClr val="accent4">
              <a:lumMod val="90000"/>
            </a:schemeClr>
          </a:solidFill>
        </a:ln>
      </dgm:spPr>
      <dgm:t>
        <a:bodyPr/>
        <a:lstStyle/>
        <a:p>
          <a:pPr algn="just"/>
          <a:r>
            <a:rPr lang="es-MX" sz="1400"/>
            <a:t>Visualización de series de tiempo</a:t>
          </a:r>
        </a:p>
      </dgm:t>
    </dgm:pt>
    <dgm:pt modelId="{E02242C9-9B5D-4B47-BC4D-5C2F4FB0EB42}" type="parTrans" cxnId="{0D6353DC-BED9-4DB9-A2EE-CC3D6335CE79}">
      <dgm:prSet/>
      <dgm:spPr/>
      <dgm:t>
        <a:bodyPr/>
        <a:lstStyle/>
        <a:p>
          <a:endParaRPr lang="es-CO"/>
        </a:p>
      </dgm:t>
    </dgm:pt>
    <dgm:pt modelId="{EE37A6D3-312A-413A-8636-4AC5114ADAB6}" type="sibTrans" cxnId="{0D6353DC-BED9-4DB9-A2EE-CC3D6335CE79}">
      <dgm:prSet/>
      <dgm:spPr/>
      <dgm:t>
        <a:bodyPr/>
        <a:lstStyle/>
        <a:p>
          <a:endParaRPr lang="es-CO"/>
        </a:p>
      </dgm:t>
    </dgm:pt>
    <dgm:pt modelId="{AA3322E8-9EB9-4CC0-8BD8-A60E87292F49}">
      <dgm:prSet custT="1"/>
      <dgm:spPr/>
      <dgm:t>
        <a:bodyPr/>
        <a:lstStyle/>
        <a:p>
          <a:r>
            <a:rPr lang="es-CO" sz="1400"/>
            <a:t>Resumen final con gráfico por serie de tiempo, mejor modelo y métrica de error.</a:t>
          </a:r>
        </a:p>
      </dgm:t>
    </dgm:pt>
    <dgm:pt modelId="{9C3D9B87-ADFE-445C-B2CC-139E0AC69981}" type="parTrans" cxnId="{5D32C775-BDD7-43E0-8116-BBBD7A93F03B}">
      <dgm:prSet/>
      <dgm:spPr/>
      <dgm:t>
        <a:bodyPr/>
        <a:lstStyle/>
        <a:p>
          <a:endParaRPr lang="es-CO"/>
        </a:p>
      </dgm:t>
    </dgm:pt>
    <dgm:pt modelId="{89ACFA97-9F23-49A1-ABF4-98EEA9CC662C}" type="sibTrans" cxnId="{5D32C775-BDD7-43E0-8116-BBBD7A93F03B}">
      <dgm:prSet/>
      <dgm:spPr/>
      <dgm:t>
        <a:bodyPr/>
        <a:lstStyle/>
        <a:p>
          <a:endParaRPr lang="es-CO"/>
        </a:p>
      </dgm:t>
    </dgm:pt>
    <dgm:pt modelId="{B903A233-0692-5642-9590-D767BDBA7511}" type="pres">
      <dgm:prSet presAssocID="{8464EF1A-4244-524C-976D-CF560D46E048}" presName="Name0" presStyleCnt="0">
        <dgm:presLayoutVars>
          <dgm:dir/>
          <dgm:animLvl val="lvl"/>
          <dgm:resizeHandles val="exact"/>
        </dgm:presLayoutVars>
      </dgm:prSet>
      <dgm:spPr/>
    </dgm:pt>
    <dgm:pt modelId="{5B9861D8-1B9C-BA4C-A6E0-540865DC6C85}" type="pres">
      <dgm:prSet presAssocID="{8464EF1A-4244-524C-976D-CF560D46E048}" presName="tSp" presStyleCnt="0"/>
      <dgm:spPr/>
    </dgm:pt>
    <dgm:pt modelId="{CFD11113-A4DC-C849-BDD0-ED8F58670FBD}" type="pres">
      <dgm:prSet presAssocID="{8464EF1A-4244-524C-976D-CF560D46E048}" presName="bSp" presStyleCnt="0"/>
      <dgm:spPr/>
    </dgm:pt>
    <dgm:pt modelId="{87C3BD11-26F4-E44F-9012-CA16B81537CE}" type="pres">
      <dgm:prSet presAssocID="{8464EF1A-4244-524C-976D-CF560D46E048}" presName="process" presStyleCnt="0"/>
      <dgm:spPr/>
    </dgm:pt>
    <dgm:pt modelId="{ECD2A60C-21F8-CB42-9CA6-27F9C595CB29}" type="pres">
      <dgm:prSet presAssocID="{082657E0-3827-534D-BB5D-EC3E7863E1AA}" presName="composite1" presStyleCnt="0"/>
      <dgm:spPr/>
    </dgm:pt>
    <dgm:pt modelId="{A9891C9C-8497-6E40-B666-02EEA8094B17}" type="pres">
      <dgm:prSet presAssocID="{082657E0-3827-534D-BB5D-EC3E7863E1AA}" presName="dummyNode1" presStyleLbl="node1" presStyleIdx="0" presStyleCnt="6"/>
      <dgm:spPr/>
    </dgm:pt>
    <dgm:pt modelId="{F5BAE249-C8CA-BB42-9B57-E45756F6C7E7}" type="pres">
      <dgm:prSet presAssocID="{082657E0-3827-534D-BB5D-EC3E7863E1AA}" presName="childNode1" presStyleLbl="bgAcc1" presStyleIdx="0" presStyleCnt="6" custScaleX="281375" custScaleY="310704" custLinFactY="-100000" custLinFactNeighborX="16581" custLinFactNeighborY="-188102">
        <dgm:presLayoutVars>
          <dgm:bulletEnabled val="1"/>
        </dgm:presLayoutVars>
      </dgm:prSet>
      <dgm:spPr/>
    </dgm:pt>
    <dgm:pt modelId="{2C49395F-A51C-6149-8094-23760C30D025}" type="pres">
      <dgm:prSet presAssocID="{082657E0-3827-534D-BB5D-EC3E7863E1AA}" presName="childNode1tx" presStyleLbl="bgAcc1" presStyleIdx="0" presStyleCnt="6">
        <dgm:presLayoutVars>
          <dgm:bulletEnabled val="1"/>
        </dgm:presLayoutVars>
      </dgm:prSet>
      <dgm:spPr/>
    </dgm:pt>
    <dgm:pt modelId="{3A21DE6C-2DD1-B74C-9E60-EE6E7BD79C9A}" type="pres">
      <dgm:prSet presAssocID="{082657E0-3827-534D-BB5D-EC3E7863E1AA}" presName="parentNode1" presStyleLbl="node1" presStyleIdx="0" presStyleCnt="6" custScaleX="200367" custScaleY="209006" custLinFactX="35698" custLinFactY="-200000" custLinFactNeighborX="100000" custLinFactNeighborY="-219271">
        <dgm:presLayoutVars>
          <dgm:chMax val="1"/>
          <dgm:bulletEnabled val="1"/>
        </dgm:presLayoutVars>
      </dgm:prSet>
      <dgm:spPr/>
    </dgm:pt>
    <dgm:pt modelId="{08BABFC3-91AD-F94D-B3B4-DA7C26B5C58D}" type="pres">
      <dgm:prSet presAssocID="{082657E0-3827-534D-BB5D-EC3E7863E1AA}" presName="connSite1" presStyleCnt="0"/>
      <dgm:spPr/>
    </dgm:pt>
    <dgm:pt modelId="{4DD2EBA9-411C-894F-B046-155EC153DB47}" type="pres">
      <dgm:prSet presAssocID="{D33505E2-FF38-7B4D-8C64-F661ECED5789}" presName="Name9" presStyleLbl="sibTrans2D1" presStyleIdx="0" presStyleCnt="5" custLinFactNeighborX="-19398" custLinFactNeighborY="-1514"/>
      <dgm:spPr/>
    </dgm:pt>
    <dgm:pt modelId="{4D65706F-570D-C14A-9D12-1AA568760DD1}" type="pres">
      <dgm:prSet presAssocID="{8E25AD91-4C60-8448-97D9-7A7017D7E55D}" presName="composite2" presStyleCnt="0"/>
      <dgm:spPr/>
    </dgm:pt>
    <dgm:pt modelId="{AAA422CA-2858-F846-851E-66F17118B342}" type="pres">
      <dgm:prSet presAssocID="{8E25AD91-4C60-8448-97D9-7A7017D7E55D}" presName="dummyNode2" presStyleLbl="node1" presStyleIdx="0" presStyleCnt="6"/>
      <dgm:spPr/>
    </dgm:pt>
    <dgm:pt modelId="{E1814541-2022-5045-B6D1-3F3D0EEBA670}" type="pres">
      <dgm:prSet presAssocID="{8E25AD91-4C60-8448-97D9-7A7017D7E55D}" presName="childNode2" presStyleLbl="bgAcc1" presStyleIdx="1" presStyleCnt="6" custScaleX="358087" custScaleY="432753" custLinFactY="100000" custLinFactNeighborX="4708" custLinFactNeighborY="111576">
        <dgm:presLayoutVars>
          <dgm:bulletEnabled val="1"/>
        </dgm:presLayoutVars>
      </dgm:prSet>
      <dgm:spPr/>
    </dgm:pt>
    <dgm:pt modelId="{C6B32061-C5F6-CF4A-ACF5-DA69BE1DD0DE}" type="pres">
      <dgm:prSet presAssocID="{8E25AD91-4C60-8448-97D9-7A7017D7E55D}" presName="childNode2tx" presStyleLbl="bgAcc1" presStyleIdx="1" presStyleCnt="6">
        <dgm:presLayoutVars>
          <dgm:bulletEnabled val="1"/>
        </dgm:presLayoutVars>
      </dgm:prSet>
      <dgm:spPr/>
    </dgm:pt>
    <dgm:pt modelId="{23BFFB2B-5E6A-1640-A142-366DF8254C24}" type="pres">
      <dgm:prSet presAssocID="{8E25AD91-4C60-8448-97D9-7A7017D7E55D}" presName="parentNode2" presStyleLbl="node1" presStyleIdx="1" presStyleCnt="6" custScaleX="207417" custScaleY="303448" custLinFactNeighborX="43580" custLinFactNeighborY="86314">
        <dgm:presLayoutVars>
          <dgm:chMax val="0"/>
          <dgm:bulletEnabled val="1"/>
        </dgm:presLayoutVars>
      </dgm:prSet>
      <dgm:spPr/>
    </dgm:pt>
    <dgm:pt modelId="{E1EA3073-ADE9-BE48-9CAD-D3F3557E2287}" type="pres">
      <dgm:prSet presAssocID="{8E25AD91-4C60-8448-97D9-7A7017D7E55D}" presName="connSite2" presStyleCnt="0"/>
      <dgm:spPr/>
    </dgm:pt>
    <dgm:pt modelId="{DAD62425-4757-164F-BD14-684A9B9DC433}" type="pres">
      <dgm:prSet presAssocID="{2FB236CE-11E4-EE4D-B483-E969C0B22F17}" presName="Name18" presStyleLbl="sibTrans2D1" presStyleIdx="1" presStyleCnt="5"/>
      <dgm:spPr/>
    </dgm:pt>
    <dgm:pt modelId="{93EE135E-D2FF-1148-B443-2AD3685ACA74}" type="pres">
      <dgm:prSet presAssocID="{B4E586AF-D840-E44D-B9F8-F0020AA65B14}" presName="composite1" presStyleCnt="0"/>
      <dgm:spPr/>
    </dgm:pt>
    <dgm:pt modelId="{CD5BC700-8672-5449-A870-AB68880B5985}" type="pres">
      <dgm:prSet presAssocID="{B4E586AF-D840-E44D-B9F8-F0020AA65B14}" presName="dummyNode1" presStyleLbl="node1" presStyleIdx="1" presStyleCnt="6"/>
      <dgm:spPr/>
    </dgm:pt>
    <dgm:pt modelId="{0277DC59-C216-6041-8674-74C1E747E3CA}" type="pres">
      <dgm:prSet presAssocID="{B4E586AF-D840-E44D-B9F8-F0020AA65B14}" presName="childNode1" presStyleLbl="bgAcc1" presStyleIdx="2" presStyleCnt="6" custScaleX="339290" custScaleY="276525" custLinFactY="-100000" custLinFactNeighborX="-75003" custLinFactNeighborY="-175230">
        <dgm:presLayoutVars>
          <dgm:bulletEnabled val="1"/>
        </dgm:presLayoutVars>
      </dgm:prSet>
      <dgm:spPr/>
    </dgm:pt>
    <dgm:pt modelId="{CA4B15FC-B33F-4544-BB25-BB415E6DCDAB}" type="pres">
      <dgm:prSet presAssocID="{B4E586AF-D840-E44D-B9F8-F0020AA65B14}" presName="childNode1tx" presStyleLbl="bgAcc1" presStyleIdx="2" presStyleCnt="6">
        <dgm:presLayoutVars>
          <dgm:bulletEnabled val="1"/>
        </dgm:presLayoutVars>
      </dgm:prSet>
      <dgm:spPr/>
    </dgm:pt>
    <dgm:pt modelId="{2B9E13E0-48B7-1E41-8199-14C6E92177E5}" type="pres">
      <dgm:prSet presAssocID="{B4E586AF-D840-E44D-B9F8-F0020AA65B14}" presName="parentNode1" presStyleLbl="node1" presStyleIdx="2" presStyleCnt="6" custScaleX="324505" custScaleY="386126" custLinFactY="-119506" custLinFactNeighborX="87716" custLinFactNeighborY="-200000">
        <dgm:presLayoutVars>
          <dgm:chMax val="1"/>
          <dgm:bulletEnabled val="1"/>
        </dgm:presLayoutVars>
      </dgm:prSet>
      <dgm:spPr/>
    </dgm:pt>
    <dgm:pt modelId="{B4ABE348-C7CA-5849-8F5C-E10BF2093343}" type="pres">
      <dgm:prSet presAssocID="{B4E586AF-D840-E44D-B9F8-F0020AA65B14}" presName="connSite1" presStyleCnt="0"/>
      <dgm:spPr/>
    </dgm:pt>
    <dgm:pt modelId="{9D4A6F90-96C1-EF4A-B59B-992AE4DCE9B7}" type="pres">
      <dgm:prSet presAssocID="{E6B5EEAF-A343-BA48-BA66-AE5E4A2F3179}" presName="Name9" presStyleLbl="sibTrans2D1" presStyleIdx="2" presStyleCnt="5"/>
      <dgm:spPr/>
    </dgm:pt>
    <dgm:pt modelId="{64448FC0-E8A0-7342-9C40-10054EF1F3B9}" type="pres">
      <dgm:prSet presAssocID="{1A148B5D-3BF6-1F40-AD29-F0A017096F28}" presName="composite2" presStyleCnt="0"/>
      <dgm:spPr/>
    </dgm:pt>
    <dgm:pt modelId="{78F0F412-17C8-F940-B69A-AF65404AD732}" type="pres">
      <dgm:prSet presAssocID="{1A148B5D-3BF6-1F40-AD29-F0A017096F28}" presName="dummyNode2" presStyleLbl="node1" presStyleIdx="2" presStyleCnt="6"/>
      <dgm:spPr/>
    </dgm:pt>
    <dgm:pt modelId="{DD8DC6C8-FF88-824E-921B-B1BC358AAF2F}" type="pres">
      <dgm:prSet presAssocID="{1A148B5D-3BF6-1F40-AD29-F0A017096F28}" presName="childNode2" presStyleLbl="bgAcc1" presStyleIdx="3" presStyleCnt="6" custScaleX="320983" custScaleY="490994" custLinFactY="112333" custLinFactNeighborX="27454" custLinFactNeighborY="200000">
        <dgm:presLayoutVars>
          <dgm:bulletEnabled val="1"/>
        </dgm:presLayoutVars>
      </dgm:prSet>
      <dgm:spPr/>
    </dgm:pt>
    <dgm:pt modelId="{0E8DF0C8-FE72-F54F-86F9-DAD455862CE4}" type="pres">
      <dgm:prSet presAssocID="{1A148B5D-3BF6-1F40-AD29-F0A017096F28}" presName="childNode2tx" presStyleLbl="bgAcc1" presStyleIdx="3" presStyleCnt="6">
        <dgm:presLayoutVars>
          <dgm:bulletEnabled val="1"/>
        </dgm:presLayoutVars>
      </dgm:prSet>
      <dgm:spPr/>
    </dgm:pt>
    <dgm:pt modelId="{2390D26E-EC64-1E43-897C-04C0BBC0FCD6}" type="pres">
      <dgm:prSet presAssocID="{1A148B5D-3BF6-1F40-AD29-F0A017096F28}" presName="parentNode2" presStyleLbl="node1" presStyleIdx="3" presStyleCnt="6" custScaleX="253990" custScaleY="225169" custLinFactY="161371" custLinFactNeighborX="96950" custLinFactNeighborY="200000">
        <dgm:presLayoutVars>
          <dgm:chMax val="0"/>
          <dgm:bulletEnabled val="1"/>
        </dgm:presLayoutVars>
      </dgm:prSet>
      <dgm:spPr/>
    </dgm:pt>
    <dgm:pt modelId="{7C297649-AB0E-3542-A7CC-F94A63DF80D9}" type="pres">
      <dgm:prSet presAssocID="{1A148B5D-3BF6-1F40-AD29-F0A017096F28}" presName="connSite2" presStyleCnt="0"/>
      <dgm:spPr/>
    </dgm:pt>
    <dgm:pt modelId="{33E6CCDA-EA23-9E42-9358-DA54A58CAAC6}" type="pres">
      <dgm:prSet presAssocID="{4C090424-64EF-7144-93CD-9765735A0FB9}" presName="Name18" presStyleLbl="sibTrans2D1" presStyleIdx="3" presStyleCnt="5"/>
      <dgm:spPr/>
    </dgm:pt>
    <dgm:pt modelId="{EAB976F7-4AC4-2349-8F8B-86B259924F08}" type="pres">
      <dgm:prSet presAssocID="{BA2EBFE1-5F9D-6440-9FE6-6E3AC0B389F6}" presName="composite1" presStyleCnt="0"/>
      <dgm:spPr/>
    </dgm:pt>
    <dgm:pt modelId="{BCD4E857-F397-654A-ACB4-9369B19083F0}" type="pres">
      <dgm:prSet presAssocID="{BA2EBFE1-5F9D-6440-9FE6-6E3AC0B389F6}" presName="dummyNode1" presStyleLbl="node1" presStyleIdx="3" presStyleCnt="6"/>
      <dgm:spPr/>
    </dgm:pt>
    <dgm:pt modelId="{277A75EA-973B-F547-A8E2-BC1436B97E79}" type="pres">
      <dgm:prSet presAssocID="{BA2EBFE1-5F9D-6440-9FE6-6E3AC0B389F6}" presName="childNode1" presStyleLbl="bgAcc1" presStyleIdx="4" presStyleCnt="6" custScaleX="299748" custScaleY="291655" custLinFactX="-47692" custLinFactY="-136252" custLinFactNeighborX="-100000" custLinFactNeighborY="-200000">
        <dgm:presLayoutVars>
          <dgm:bulletEnabled val="1"/>
        </dgm:presLayoutVars>
      </dgm:prSet>
      <dgm:spPr/>
    </dgm:pt>
    <dgm:pt modelId="{849198A3-5A5D-CE49-9421-0882D01F84EE}" type="pres">
      <dgm:prSet presAssocID="{BA2EBFE1-5F9D-6440-9FE6-6E3AC0B389F6}" presName="childNode1tx" presStyleLbl="bgAcc1" presStyleIdx="4" presStyleCnt="6">
        <dgm:presLayoutVars>
          <dgm:bulletEnabled val="1"/>
        </dgm:presLayoutVars>
      </dgm:prSet>
      <dgm:spPr/>
    </dgm:pt>
    <dgm:pt modelId="{C7E614FA-17D8-C64F-99EA-EAFF96D53BE3}" type="pres">
      <dgm:prSet presAssocID="{BA2EBFE1-5F9D-6440-9FE6-6E3AC0B389F6}" presName="parentNode1" presStyleLbl="node1" presStyleIdx="4" presStyleCnt="6" custScaleX="331310" custScaleY="356873" custLinFactY="-230515" custLinFactNeighborX="88202" custLinFactNeighborY="-300000">
        <dgm:presLayoutVars>
          <dgm:chMax val="1"/>
          <dgm:bulletEnabled val="1"/>
        </dgm:presLayoutVars>
      </dgm:prSet>
      <dgm:spPr/>
    </dgm:pt>
    <dgm:pt modelId="{2FBD3755-1722-5540-A84B-BC6362DC0F7B}" type="pres">
      <dgm:prSet presAssocID="{BA2EBFE1-5F9D-6440-9FE6-6E3AC0B389F6}" presName="connSite1" presStyleCnt="0"/>
      <dgm:spPr/>
    </dgm:pt>
    <dgm:pt modelId="{A1E5E89B-F4AE-4FCD-8F29-5198450E41B6}" type="pres">
      <dgm:prSet presAssocID="{439DBA16-D373-1445-8B62-D14F5AF9D913}" presName="Name9" presStyleLbl="sibTrans2D1" presStyleIdx="4" presStyleCnt="5"/>
      <dgm:spPr/>
    </dgm:pt>
    <dgm:pt modelId="{34AFF1AE-4AAE-472C-AF9B-1966423D73D2}" type="pres">
      <dgm:prSet presAssocID="{F69183E5-A0C8-4304-88C7-05C6B43F585D}" presName="composite2" presStyleCnt="0"/>
      <dgm:spPr/>
    </dgm:pt>
    <dgm:pt modelId="{76265E74-2566-4983-B1CD-24FE9724EE54}" type="pres">
      <dgm:prSet presAssocID="{F69183E5-A0C8-4304-88C7-05C6B43F585D}" presName="dummyNode2" presStyleLbl="node1" presStyleIdx="4" presStyleCnt="6"/>
      <dgm:spPr/>
    </dgm:pt>
    <dgm:pt modelId="{F498F241-B89F-41AA-9E07-1EB03DA6265C}" type="pres">
      <dgm:prSet presAssocID="{F69183E5-A0C8-4304-88C7-05C6B43F585D}" presName="childNode2" presStyleLbl="bgAcc1" presStyleIdx="5" presStyleCnt="6" custScaleX="338226" custScaleY="295516" custLinFactY="100000" custLinFactNeighborX="-67309" custLinFactNeighborY="158878">
        <dgm:presLayoutVars>
          <dgm:bulletEnabled val="1"/>
        </dgm:presLayoutVars>
      </dgm:prSet>
      <dgm:spPr/>
    </dgm:pt>
    <dgm:pt modelId="{E06389F6-8B36-4E3A-8585-2A65B5CE2BD6}" type="pres">
      <dgm:prSet presAssocID="{F69183E5-A0C8-4304-88C7-05C6B43F585D}" presName="childNode2tx" presStyleLbl="bgAcc1" presStyleIdx="5" presStyleCnt="6">
        <dgm:presLayoutVars>
          <dgm:bulletEnabled val="1"/>
        </dgm:presLayoutVars>
      </dgm:prSet>
      <dgm:spPr/>
    </dgm:pt>
    <dgm:pt modelId="{F007D5CC-7E46-4163-BF02-290EB48645BD}" type="pres">
      <dgm:prSet presAssocID="{F69183E5-A0C8-4304-88C7-05C6B43F585D}" presName="parentNode2" presStyleLbl="node1" presStyleIdx="5" presStyleCnt="6" custScaleX="255008" custScaleY="370208" custLinFactX="-11604" custLinFactY="127744" custLinFactNeighborX="-100000" custLinFactNeighborY="200000">
        <dgm:presLayoutVars>
          <dgm:chMax val="0"/>
          <dgm:bulletEnabled val="1"/>
        </dgm:presLayoutVars>
      </dgm:prSet>
      <dgm:spPr/>
    </dgm:pt>
    <dgm:pt modelId="{F0AD012F-D1C4-4A6E-8DAF-0DA8D2B0B9E3}" type="pres">
      <dgm:prSet presAssocID="{F69183E5-A0C8-4304-88C7-05C6B43F585D}" presName="connSite2" presStyleCnt="0"/>
      <dgm:spPr/>
    </dgm:pt>
  </dgm:ptLst>
  <dgm:cxnLst>
    <dgm:cxn modelId="{CB5C6D00-A737-AB44-B9F5-1ABB86FDFF1A}" type="presOf" srcId="{533C1FB6-CAF1-5C44-9C34-C688D05B3AEB}" destId="{F5BAE249-C8CA-BB42-9B57-E45756F6C7E7}" srcOrd="0" destOrd="0" presId="urn:microsoft.com/office/officeart/2005/8/layout/hProcess4"/>
    <dgm:cxn modelId="{2FC51907-A345-E14F-9127-A5C9EE6CF23A}" type="presOf" srcId="{B4E586AF-D840-E44D-B9F8-F0020AA65B14}" destId="{2B9E13E0-48B7-1E41-8199-14C6E92177E5}" srcOrd="0" destOrd="0" presId="urn:microsoft.com/office/officeart/2005/8/layout/hProcess4"/>
    <dgm:cxn modelId="{23121D0C-F63D-174A-98FC-B5FF2406FBC6}" srcId="{8464EF1A-4244-524C-976D-CF560D46E048}" destId="{B4E586AF-D840-E44D-B9F8-F0020AA65B14}" srcOrd="2" destOrd="0" parTransId="{7D321E05-2FB9-1D45-A5D7-3EE7C8189AF6}" sibTransId="{E6B5EEAF-A343-BA48-BA66-AE5E4A2F3179}"/>
    <dgm:cxn modelId="{1F11A00F-3285-814A-8F27-6AE04ACB8B32}" type="presOf" srcId="{8E25AD91-4C60-8448-97D9-7A7017D7E55D}" destId="{23BFFB2B-5E6A-1640-A142-366DF8254C24}" srcOrd="0" destOrd="0" presId="urn:microsoft.com/office/officeart/2005/8/layout/hProcess4"/>
    <dgm:cxn modelId="{61816012-3265-5A49-9B26-974C7E6D3F97}" type="presOf" srcId="{D33505E2-FF38-7B4D-8C64-F661ECED5789}" destId="{4DD2EBA9-411C-894F-B046-155EC153DB47}" srcOrd="0" destOrd="0" presId="urn:microsoft.com/office/officeart/2005/8/layout/hProcess4"/>
    <dgm:cxn modelId="{75716C18-BE89-4678-9BD0-75275C82BA14}" type="presOf" srcId="{A39F2A0A-8044-4728-BD0F-E06B9CC6DED2}" destId="{2C49395F-A51C-6149-8094-23760C30D025}" srcOrd="1" destOrd="1" presId="urn:microsoft.com/office/officeart/2005/8/layout/hProcess4"/>
    <dgm:cxn modelId="{F9F3081E-3838-BA4E-AE94-EAC5C65C1D98}" srcId="{8464EF1A-4244-524C-976D-CF560D46E048}" destId="{BA2EBFE1-5F9D-6440-9FE6-6E3AC0B389F6}" srcOrd="4" destOrd="0" parTransId="{FF060B6D-7C6F-9E41-9FF7-8A49E7F91151}" sibTransId="{439DBA16-D373-1445-8B62-D14F5AF9D913}"/>
    <dgm:cxn modelId="{D90BFE2A-EDAA-B644-93BC-2F01D99C0690}" srcId="{8E25AD91-4C60-8448-97D9-7A7017D7E55D}" destId="{7A2BB58A-9CC6-7643-A3F8-A9296F323850}" srcOrd="0" destOrd="0" parTransId="{80DF3043-03FD-8D46-B54B-1D0F08519900}" sibTransId="{7334346F-8D44-664C-8CB3-81B233C07EAB}"/>
    <dgm:cxn modelId="{E56E2F36-8E6F-CF4B-A8BC-C00F4A5662D7}" type="presOf" srcId="{72C92EF3-DF3E-1B44-99E0-E9ABC3407FA9}" destId="{849198A3-5A5D-CE49-9421-0882D01F84EE}" srcOrd="1" destOrd="0" presId="urn:microsoft.com/office/officeart/2005/8/layout/hProcess4"/>
    <dgm:cxn modelId="{3E548036-C319-BA4F-ADF8-BBC24BD45676}" type="presOf" srcId="{E6B5EEAF-A343-BA48-BA66-AE5E4A2F3179}" destId="{9D4A6F90-96C1-EF4A-B59B-992AE4DCE9B7}" srcOrd="0" destOrd="0" presId="urn:microsoft.com/office/officeart/2005/8/layout/hProcess4"/>
    <dgm:cxn modelId="{0764AF5D-7BA8-1341-87C5-83A9FA0FED1B}" srcId="{1A148B5D-3BF6-1F40-AD29-F0A017096F28}" destId="{6E6897DB-44AE-B944-AB1E-4EE0392842D6}" srcOrd="0" destOrd="0" parTransId="{0894FD68-399E-804E-8869-B5DC94A34EFB}" sibTransId="{F5606CB1-A779-2949-9D54-28A84C2511BC}"/>
    <dgm:cxn modelId="{D76E7E64-F2D2-904A-B508-8BC2448E2AD3}" type="presOf" srcId="{72C92EF3-DF3E-1B44-99E0-E9ABC3407FA9}" destId="{277A75EA-973B-F547-A8E2-BC1436B97E79}" srcOrd="0" destOrd="0" presId="urn:microsoft.com/office/officeart/2005/8/layout/hProcess4"/>
    <dgm:cxn modelId="{880CC564-CC91-1442-99D2-16993EE0F68E}" srcId="{8464EF1A-4244-524C-976D-CF560D46E048}" destId="{1A148B5D-3BF6-1F40-AD29-F0A017096F28}" srcOrd="3" destOrd="0" parTransId="{73509E70-7113-1245-8436-AB5DB03B4E5B}" sibTransId="{4C090424-64EF-7144-93CD-9765735A0FB9}"/>
    <dgm:cxn modelId="{96E79946-E53F-E94A-B56A-D51830A651DC}" type="presOf" srcId="{8464EF1A-4244-524C-976D-CF560D46E048}" destId="{B903A233-0692-5642-9590-D767BDBA7511}" srcOrd="0" destOrd="0" presId="urn:microsoft.com/office/officeart/2005/8/layout/hProcess4"/>
    <dgm:cxn modelId="{D697554F-47ED-2147-A81F-602A3DB01978}" type="presOf" srcId="{7A2BB58A-9CC6-7643-A3F8-A9296F323850}" destId="{E1814541-2022-5045-B6D1-3F3D0EEBA670}" srcOrd="0" destOrd="0" presId="urn:microsoft.com/office/officeart/2005/8/layout/hProcess4"/>
    <dgm:cxn modelId="{6F194770-5CC2-1642-875B-F3601AC126A7}" type="presOf" srcId="{7A2BB58A-9CC6-7643-A3F8-A9296F323850}" destId="{C6B32061-C5F6-CF4A-ACF5-DA69BE1DD0DE}" srcOrd="1" destOrd="0" presId="urn:microsoft.com/office/officeart/2005/8/layout/hProcess4"/>
    <dgm:cxn modelId="{5D32C775-BDD7-43E0-8116-BBBD7A93F03B}" srcId="{F69183E5-A0C8-4304-88C7-05C6B43F585D}" destId="{AA3322E8-9EB9-4CC0-8BD8-A60E87292F49}" srcOrd="0" destOrd="0" parTransId="{9C3D9B87-ADFE-445C-B2CC-139E0AC69981}" sibTransId="{89ACFA97-9F23-49A1-ABF4-98EEA9CC662C}"/>
    <dgm:cxn modelId="{41AAC856-0E26-D846-B561-9C7519ABADD8}" type="presOf" srcId="{082657E0-3827-534D-BB5D-EC3E7863E1AA}" destId="{3A21DE6C-2DD1-B74C-9E60-EE6E7BD79C9A}" srcOrd="0" destOrd="0" presId="urn:microsoft.com/office/officeart/2005/8/layout/hProcess4"/>
    <dgm:cxn modelId="{DF86947B-5F82-7B49-A61E-80CE7AD4C8D7}" type="presOf" srcId="{1A148B5D-3BF6-1F40-AD29-F0A017096F28}" destId="{2390D26E-EC64-1E43-897C-04C0BBC0FCD6}" srcOrd="0" destOrd="0" presId="urn:microsoft.com/office/officeart/2005/8/layout/hProcess4"/>
    <dgm:cxn modelId="{7FABAC7F-63B5-CB4B-8BC0-C97E7B8DCE43}" type="presOf" srcId="{6E6897DB-44AE-B944-AB1E-4EE0392842D6}" destId="{DD8DC6C8-FF88-824E-921B-B1BC358AAF2F}" srcOrd="0" destOrd="0" presId="urn:microsoft.com/office/officeart/2005/8/layout/hProcess4"/>
    <dgm:cxn modelId="{70E36A95-62E0-7B47-95D0-00DE14A42128}" type="presOf" srcId="{6DF95412-CA4F-5A4F-848E-3A3C158E35C1}" destId="{0277DC59-C216-6041-8674-74C1E747E3CA}" srcOrd="0" destOrd="0" presId="urn:microsoft.com/office/officeart/2005/8/layout/hProcess4"/>
    <dgm:cxn modelId="{BD5FD0AB-F484-2541-9D2F-BDFE8F4ADA87}" srcId="{8464EF1A-4244-524C-976D-CF560D46E048}" destId="{082657E0-3827-534D-BB5D-EC3E7863E1AA}" srcOrd="0" destOrd="0" parTransId="{A3FA89C7-1AA6-9D48-90DF-13B7E63F3B87}" sibTransId="{D33505E2-FF38-7B4D-8C64-F661ECED5789}"/>
    <dgm:cxn modelId="{F252BFB1-2D11-4359-B452-725ED654B1CA}" type="presOf" srcId="{AA3322E8-9EB9-4CC0-8BD8-A60E87292F49}" destId="{E06389F6-8B36-4E3A-8585-2A65B5CE2BD6}" srcOrd="1" destOrd="0" presId="urn:microsoft.com/office/officeart/2005/8/layout/hProcess4"/>
    <dgm:cxn modelId="{DD8E35B3-DF6B-1240-865F-FF03CDFE002F}" srcId="{082657E0-3827-534D-BB5D-EC3E7863E1AA}" destId="{533C1FB6-CAF1-5C44-9C34-C688D05B3AEB}" srcOrd="0" destOrd="0" parTransId="{DFF060EA-32C2-1E4B-A839-0E77797FF8AF}" sibTransId="{7A244507-1207-6145-8F88-17B89F143F24}"/>
    <dgm:cxn modelId="{64AA25B5-1E97-DC4D-B61B-3506DF49411C}" type="presOf" srcId="{533C1FB6-CAF1-5C44-9C34-C688D05B3AEB}" destId="{2C49395F-A51C-6149-8094-23760C30D025}" srcOrd="1" destOrd="0" presId="urn:microsoft.com/office/officeart/2005/8/layout/hProcess4"/>
    <dgm:cxn modelId="{5202E6B6-E53C-E34F-B904-256DCB2B41C9}" type="presOf" srcId="{BA2EBFE1-5F9D-6440-9FE6-6E3AC0B389F6}" destId="{C7E614FA-17D8-C64F-99EA-EAFF96D53BE3}" srcOrd="0" destOrd="0" presId="urn:microsoft.com/office/officeart/2005/8/layout/hProcess4"/>
    <dgm:cxn modelId="{D0C09DC4-AE05-4734-B24D-830E577675D4}" type="presOf" srcId="{F69183E5-A0C8-4304-88C7-05C6B43F585D}" destId="{F007D5CC-7E46-4163-BF02-290EB48645BD}" srcOrd="0" destOrd="0" presId="urn:microsoft.com/office/officeart/2005/8/layout/hProcess4"/>
    <dgm:cxn modelId="{156BB2CB-47DA-A74B-9071-A8178F368EBD}" srcId="{8464EF1A-4244-524C-976D-CF560D46E048}" destId="{8E25AD91-4C60-8448-97D9-7A7017D7E55D}" srcOrd="1" destOrd="0" parTransId="{2005629E-B3C5-724A-8B3C-A507EFB52749}" sibTransId="{2FB236CE-11E4-EE4D-B483-E969C0B22F17}"/>
    <dgm:cxn modelId="{D411C3CE-B50D-AA4E-B47E-7BD6365DA9DC}" type="presOf" srcId="{2FB236CE-11E4-EE4D-B483-E969C0B22F17}" destId="{DAD62425-4757-164F-BD14-684A9B9DC433}" srcOrd="0" destOrd="0" presId="urn:microsoft.com/office/officeart/2005/8/layout/hProcess4"/>
    <dgm:cxn modelId="{DB9836D0-BDB3-2446-A501-C732730C480F}" type="presOf" srcId="{6DF95412-CA4F-5A4F-848E-3A3C158E35C1}" destId="{CA4B15FC-B33F-4544-BB25-BB415E6DCDAB}" srcOrd="1" destOrd="0" presId="urn:microsoft.com/office/officeart/2005/8/layout/hProcess4"/>
    <dgm:cxn modelId="{0D6353DC-BED9-4DB9-A2EE-CC3D6335CE79}" srcId="{082657E0-3827-534D-BB5D-EC3E7863E1AA}" destId="{A39F2A0A-8044-4728-BD0F-E06B9CC6DED2}" srcOrd="1" destOrd="0" parTransId="{E02242C9-9B5D-4B47-BC4D-5C2F4FB0EB42}" sibTransId="{EE37A6D3-312A-413A-8636-4AC5114ADAB6}"/>
    <dgm:cxn modelId="{26352DE1-618F-4D2C-9E58-EE672F106578}" srcId="{8464EF1A-4244-524C-976D-CF560D46E048}" destId="{F69183E5-A0C8-4304-88C7-05C6B43F585D}" srcOrd="5" destOrd="0" parTransId="{0FBEA3A2-0A72-4B31-94DB-EC8E8BC3E8A6}" sibTransId="{F8CFA20A-13C8-425F-8783-C135A84EC657}"/>
    <dgm:cxn modelId="{098393E2-6C39-444A-8518-B88B84E30A8F}" type="presOf" srcId="{6E6897DB-44AE-B944-AB1E-4EE0392842D6}" destId="{0E8DF0C8-FE72-F54F-86F9-DAD455862CE4}" srcOrd="1" destOrd="0" presId="urn:microsoft.com/office/officeart/2005/8/layout/hProcess4"/>
    <dgm:cxn modelId="{5C57B8E2-3F06-4CE4-ADFA-CAAA751119C1}" type="presOf" srcId="{439DBA16-D373-1445-8B62-D14F5AF9D913}" destId="{A1E5E89B-F4AE-4FCD-8F29-5198450E41B6}" srcOrd="0" destOrd="0" presId="urn:microsoft.com/office/officeart/2005/8/layout/hProcess4"/>
    <dgm:cxn modelId="{4FD8C4E7-5D6D-4EF7-AFC8-BCD467A8F88A}" type="presOf" srcId="{AA3322E8-9EB9-4CC0-8BD8-A60E87292F49}" destId="{F498F241-B89F-41AA-9E07-1EB03DA6265C}" srcOrd="0" destOrd="0" presId="urn:microsoft.com/office/officeart/2005/8/layout/hProcess4"/>
    <dgm:cxn modelId="{2DF56CEE-7BDC-4811-9F5D-BFFA00CB4971}" type="presOf" srcId="{A39F2A0A-8044-4728-BD0F-E06B9CC6DED2}" destId="{F5BAE249-C8CA-BB42-9B57-E45756F6C7E7}" srcOrd="0" destOrd="1" presId="urn:microsoft.com/office/officeart/2005/8/layout/hProcess4"/>
    <dgm:cxn modelId="{355216F2-D769-3F49-A6E9-D4536511A286}" type="presOf" srcId="{4C090424-64EF-7144-93CD-9765735A0FB9}" destId="{33E6CCDA-EA23-9E42-9358-DA54A58CAAC6}" srcOrd="0" destOrd="0" presId="urn:microsoft.com/office/officeart/2005/8/layout/hProcess4"/>
    <dgm:cxn modelId="{619484F8-876F-9447-A957-AD08CAA87EB5}" srcId="{BA2EBFE1-5F9D-6440-9FE6-6E3AC0B389F6}" destId="{72C92EF3-DF3E-1B44-99E0-E9ABC3407FA9}" srcOrd="0" destOrd="0" parTransId="{DFE22BAE-F552-0346-8E76-523A95F80DC7}" sibTransId="{98DCF2DB-12B9-044E-964E-91568E2AE541}"/>
    <dgm:cxn modelId="{9E630DFE-C081-E243-B1DE-F10863923F01}" srcId="{B4E586AF-D840-E44D-B9F8-F0020AA65B14}" destId="{6DF95412-CA4F-5A4F-848E-3A3C158E35C1}" srcOrd="0" destOrd="0" parTransId="{86E26962-82C9-BC43-95AC-F1476D04A920}" sibTransId="{26378267-6EF0-2A4B-89EA-8F7E71313A16}"/>
    <dgm:cxn modelId="{2B27D4FC-AB46-6E48-BC4F-224D9636147F}" type="presParOf" srcId="{B903A233-0692-5642-9590-D767BDBA7511}" destId="{5B9861D8-1B9C-BA4C-A6E0-540865DC6C85}" srcOrd="0" destOrd="0" presId="urn:microsoft.com/office/officeart/2005/8/layout/hProcess4"/>
    <dgm:cxn modelId="{3634049E-0DA4-6B40-84E6-031E02F3B9EF}" type="presParOf" srcId="{B903A233-0692-5642-9590-D767BDBA7511}" destId="{CFD11113-A4DC-C849-BDD0-ED8F58670FBD}" srcOrd="1" destOrd="0" presId="urn:microsoft.com/office/officeart/2005/8/layout/hProcess4"/>
    <dgm:cxn modelId="{04E070D5-05A6-9D4E-90A6-9AF92D8E8FB2}" type="presParOf" srcId="{B903A233-0692-5642-9590-D767BDBA7511}" destId="{87C3BD11-26F4-E44F-9012-CA16B81537CE}" srcOrd="2" destOrd="0" presId="urn:microsoft.com/office/officeart/2005/8/layout/hProcess4"/>
    <dgm:cxn modelId="{905226A9-EF02-A84D-88BC-C5F90D646D9C}" type="presParOf" srcId="{87C3BD11-26F4-E44F-9012-CA16B81537CE}" destId="{ECD2A60C-21F8-CB42-9CA6-27F9C595CB29}" srcOrd="0" destOrd="0" presId="urn:microsoft.com/office/officeart/2005/8/layout/hProcess4"/>
    <dgm:cxn modelId="{C897CA32-8416-1A44-AFD3-DC95D59D0FB0}" type="presParOf" srcId="{ECD2A60C-21F8-CB42-9CA6-27F9C595CB29}" destId="{A9891C9C-8497-6E40-B666-02EEA8094B17}" srcOrd="0" destOrd="0" presId="urn:microsoft.com/office/officeart/2005/8/layout/hProcess4"/>
    <dgm:cxn modelId="{94233FF1-E0E0-A940-9AAA-7BC61A6EB46B}" type="presParOf" srcId="{ECD2A60C-21F8-CB42-9CA6-27F9C595CB29}" destId="{F5BAE249-C8CA-BB42-9B57-E45756F6C7E7}" srcOrd="1" destOrd="0" presId="urn:microsoft.com/office/officeart/2005/8/layout/hProcess4"/>
    <dgm:cxn modelId="{13465EFD-6004-8C4C-9B94-56498C066430}" type="presParOf" srcId="{ECD2A60C-21F8-CB42-9CA6-27F9C595CB29}" destId="{2C49395F-A51C-6149-8094-23760C30D025}" srcOrd="2" destOrd="0" presId="urn:microsoft.com/office/officeart/2005/8/layout/hProcess4"/>
    <dgm:cxn modelId="{12942363-A7E8-B244-B65A-C63378CC5525}" type="presParOf" srcId="{ECD2A60C-21F8-CB42-9CA6-27F9C595CB29}" destId="{3A21DE6C-2DD1-B74C-9E60-EE6E7BD79C9A}" srcOrd="3" destOrd="0" presId="urn:microsoft.com/office/officeart/2005/8/layout/hProcess4"/>
    <dgm:cxn modelId="{B1F0F4E5-9465-F94F-BBBC-6D96852F526D}" type="presParOf" srcId="{ECD2A60C-21F8-CB42-9CA6-27F9C595CB29}" destId="{08BABFC3-91AD-F94D-B3B4-DA7C26B5C58D}" srcOrd="4" destOrd="0" presId="urn:microsoft.com/office/officeart/2005/8/layout/hProcess4"/>
    <dgm:cxn modelId="{CC911A32-347F-8345-ACD6-957CABAEF469}" type="presParOf" srcId="{87C3BD11-26F4-E44F-9012-CA16B81537CE}" destId="{4DD2EBA9-411C-894F-B046-155EC153DB47}" srcOrd="1" destOrd="0" presId="urn:microsoft.com/office/officeart/2005/8/layout/hProcess4"/>
    <dgm:cxn modelId="{07603EE3-A6DC-3C40-B047-63CC47D6DF13}" type="presParOf" srcId="{87C3BD11-26F4-E44F-9012-CA16B81537CE}" destId="{4D65706F-570D-C14A-9D12-1AA568760DD1}" srcOrd="2" destOrd="0" presId="urn:microsoft.com/office/officeart/2005/8/layout/hProcess4"/>
    <dgm:cxn modelId="{E36D7DEB-D5E1-094E-A766-097D929706B2}" type="presParOf" srcId="{4D65706F-570D-C14A-9D12-1AA568760DD1}" destId="{AAA422CA-2858-F846-851E-66F17118B342}" srcOrd="0" destOrd="0" presId="urn:microsoft.com/office/officeart/2005/8/layout/hProcess4"/>
    <dgm:cxn modelId="{19A6FA48-A9ED-B74E-B59F-EE047C85A0EC}" type="presParOf" srcId="{4D65706F-570D-C14A-9D12-1AA568760DD1}" destId="{E1814541-2022-5045-B6D1-3F3D0EEBA670}" srcOrd="1" destOrd="0" presId="urn:microsoft.com/office/officeart/2005/8/layout/hProcess4"/>
    <dgm:cxn modelId="{08BE2119-633C-3D41-A738-B2925441C316}" type="presParOf" srcId="{4D65706F-570D-C14A-9D12-1AA568760DD1}" destId="{C6B32061-C5F6-CF4A-ACF5-DA69BE1DD0DE}" srcOrd="2" destOrd="0" presId="urn:microsoft.com/office/officeart/2005/8/layout/hProcess4"/>
    <dgm:cxn modelId="{3DAD26D4-FB0A-B446-B90A-5ED998FF03EE}" type="presParOf" srcId="{4D65706F-570D-C14A-9D12-1AA568760DD1}" destId="{23BFFB2B-5E6A-1640-A142-366DF8254C24}" srcOrd="3" destOrd="0" presId="urn:microsoft.com/office/officeart/2005/8/layout/hProcess4"/>
    <dgm:cxn modelId="{80DAC996-747D-CC49-9F83-C231409E8C20}" type="presParOf" srcId="{4D65706F-570D-C14A-9D12-1AA568760DD1}" destId="{E1EA3073-ADE9-BE48-9CAD-D3F3557E2287}" srcOrd="4" destOrd="0" presId="urn:microsoft.com/office/officeart/2005/8/layout/hProcess4"/>
    <dgm:cxn modelId="{1BE74CDD-7F7F-2849-B95F-4E666E022765}" type="presParOf" srcId="{87C3BD11-26F4-E44F-9012-CA16B81537CE}" destId="{DAD62425-4757-164F-BD14-684A9B9DC433}" srcOrd="3" destOrd="0" presId="urn:microsoft.com/office/officeart/2005/8/layout/hProcess4"/>
    <dgm:cxn modelId="{A3C4A934-A84C-474A-91A4-2CE3E4109AD0}" type="presParOf" srcId="{87C3BD11-26F4-E44F-9012-CA16B81537CE}" destId="{93EE135E-D2FF-1148-B443-2AD3685ACA74}" srcOrd="4" destOrd="0" presId="urn:microsoft.com/office/officeart/2005/8/layout/hProcess4"/>
    <dgm:cxn modelId="{EE86DC06-22E8-924B-90C0-D9438CDB68BA}" type="presParOf" srcId="{93EE135E-D2FF-1148-B443-2AD3685ACA74}" destId="{CD5BC700-8672-5449-A870-AB68880B5985}" srcOrd="0" destOrd="0" presId="urn:microsoft.com/office/officeart/2005/8/layout/hProcess4"/>
    <dgm:cxn modelId="{13FA3269-B77D-FB4C-838F-9FA79BD47D90}" type="presParOf" srcId="{93EE135E-D2FF-1148-B443-2AD3685ACA74}" destId="{0277DC59-C216-6041-8674-74C1E747E3CA}" srcOrd="1" destOrd="0" presId="urn:microsoft.com/office/officeart/2005/8/layout/hProcess4"/>
    <dgm:cxn modelId="{C0DC3422-9040-A640-AEFD-017AB42FF1AB}" type="presParOf" srcId="{93EE135E-D2FF-1148-B443-2AD3685ACA74}" destId="{CA4B15FC-B33F-4544-BB25-BB415E6DCDAB}" srcOrd="2" destOrd="0" presId="urn:microsoft.com/office/officeart/2005/8/layout/hProcess4"/>
    <dgm:cxn modelId="{3DBA8BF6-BA6A-4A4D-A78D-839B08868732}" type="presParOf" srcId="{93EE135E-D2FF-1148-B443-2AD3685ACA74}" destId="{2B9E13E0-48B7-1E41-8199-14C6E92177E5}" srcOrd="3" destOrd="0" presId="urn:microsoft.com/office/officeart/2005/8/layout/hProcess4"/>
    <dgm:cxn modelId="{AD260517-5299-ED41-B048-BCAB37EAEC00}" type="presParOf" srcId="{93EE135E-D2FF-1148-B443-2AD3685ACA74}" destId="{B4ABE348-C7CA-5849-8F5C-E10BF2093343}" srcOrd="4" destOrd="0" presId="urn:microsoft.com/office/officeart/2005/8/layout/hProcess4"/>
    <dgm:cxn modelId="{04F96C7A-0EF6-D845-8D37-DB6BD467F2E0}" type="presParOf" srcId="{87C3BD11-26F4-E44F-9012-CA16B81537CE}" destId="{9D4A6F90-96C1-EF4A-B59B-992AE4DCE9B7}" srcOrd="5" destOrd="0" presId="urn:microsoft.com/office/officeart/2005/8/layout/hProcess4"/>
    <dgm:cxn modelId="{1982F476-AEB1-F441-969C-2BAE4B2D4ED9}" type="presParOf" srcId="{87C3BD11-26F4-E44F-9012-CA16B81537CE}" destId="{64448FC0-E8A0-7342-9C40-10054EF1F3B9}" srcOrd="6" destOrd="0" presId="urn:microsoft.com/office/officeart/2005/8/layout/hProcess4"/>
    <dgm:cxn modelId="{6B113D85-33FE-184D-93CD-54DE2367211A}" type="presParOf" srcId="{64448FC0-E8A0-7342-9C40-10054EF1F3B9}" destId="{78F0F412-17C8-F940-B69A-AF65404AD732}" srcOrd="0" destOrd="0" presId="urn:microsoft.com/office/officeart/2005/8/layout/hProcess4"/>
    <dgm:cxn modelId="{14D3FA51-831E-D146-8B85-A1BD82B3B271}" type="presParOf" srcId="{64448FC0-E8A0-7342-9C40-10054EF1F3B9}" destId="{DD8DC6C8-FF88-824E-921B-B1BC358AAF2F}" srcOrd="1" destOrd="0" presId="urn:microsoft.com/office/officeart/2005/8/layout/hProcess4"/>
    <dgm:cxn modelId="{541792FE-0C09-534B-8BB8-701ECFEFA05C}" type="presParOf" srcId="{64448FC0-E8A0-7342-9C40-10054EF1F3B9}" destId="{0E8DF0C8-FE72-F54F-86F9-DAD455862CE4}" srcOrd="2" destOrd="0" presId="urn:microsoft.com/office/officeart/2005/8/layout/hProcess4"/>
    <dgm:cxn modelId="{6C011576-F815-3141-8D09-0E7D3870214A}" type="presParOf" srcId="{64448FC0-E8A0-7342-9C40-10054EF1F3B9}" destId="{2390D26E-EC64-1E43-897C-04C0BBC0FCD6}" srcOrd="3" destOrd="0" presId="urn:microsoft.com/office/officeart/2005/8/layout/hProcess4"/>
    <dgm:cxn modelId="{73DBEDF4-5E9A-4F41-8C3B-19036DEA97C5}" type="presParOf" srcId="{64448FC0-E8A0-7342-9C40-10054EF1F3B9}" destId="{7C297649-AB0E-3542-A7CC-F94A63DF80D9}" srcOrd="4" destOrd="0" presId="urn:microsoft.com/office/officeart/2005/8/layout/hProcess4"/>
    <dgm:cxn modelId="{65371C64-3AC9-794F-AAD4-63FC2818D22B}" type="presParOf" srcId="{87C3BD11-26F4-E44F-9012-CA16B81537CE}" destId="{33E6CCDA-EA23-9E42-9358-DA54A58CAAC6}" srcOrd="7" destOrd="0" presId="urn:microsoft.com/office/officeart/2005/8/layout/hProcess4"/>
    <dgm:cxn modelId="{9E0FF92C-8CFA-D644-A8ED-EA5E29FB6C52}" type="presParOf" srcId="{87C3BD11-26F4-E44F-9012-CA16B81537CE}" destId="{EAB976F7-4AC4-2349-8F8B-86B259924F08}" srcOrd="8" destOrd="0" presId="urn:microsoft.com/office/officeart/2005/8/layout/hProcess4"/>
    <dgm:cxn modelId="{4235FE29-F604-5741-82A5-0C45DB614C53}" type="presParOf" srcId="{EAB976F7-4AC4-2349-8F8B-86B259924F08}" destId="{BCD4E857-F397-654A-ACB4-9369B19083F0}" srcOrd="0" destOrd="0" presId="urn:microsoft.com/office/officeart/2005/8/layout/hProcess4"/>
    <dgm:cxn modelId="{F3F302FC-F3C2-8C4C-8045-ACBEBD8DFFF3}" type="presParOf" srcId="{EAB976F7-4AC4-2349-8F8B-86B259924F08}" destId="{277A75EA-973B-F547-A8E2-BC1436B97E79}" srcOrd="1" destOrd="0" presId="urn:microsoft.com/office/officeart/2005/8/layout/hProcess4"/>
    <dgm:cxn modelId="{01BC131D-54FE-9649-91EF-2CAA583D3FF6}" type="presParOf" srcId="{EAB976F7-4AC4-2349-8F8B-86B259924F08}" destId="{849198A3-5A5D-CE49-9421-0882D01F84EE}" srcOrd="2" destOrd="0" presId="urn:microsoft.com/office/officeart/2005/8/layout/hProcess4"/>
    <dgm:cxn modelId="{1B80BC06-AF84-2E45-A75B-43737D1E16E9}" type="presParOf" srcId="{EAB976F7-4AC4-2349-8F8B-86B259924F08}" destId="{C7E614FA-17D8-C64F-99EA-EAFF96D53BE3}" srcOrd="3" destOrd="0" presId="urn:microsoft.com/office/officeart/2005/8/layout/hProcess4"/>
    <dgm:cxn modelId="{D6DE3577-D20A-8140-ABE7-E80493EF96ED}" type="presParOf" srcId="{EAB976F7-4AC4-2349-8F8B-86B259924F08}" destId="{2FBD3755-1722-5540-A84B-BC6362DC0F7B}" srcOrd="4" destOrd="0" presId="urn:microsoft.com/office/officeart/2005/8/layout/hProcess4"/>
    <dgm:cxn modelId="{02A6049A-03D7-4368-BA00-13F1D2783019}" type="presParOf" srcId="{87C3BD11-26F4-E44F-9012-CA16B81537CE}" destId="{A1E5E89B-F4AE-4FCD-8F29-5198450E41B6}" srcOrd="9" destOrd="0" presId="urn:microsoft.com/office/officeart/2005/8/layout/hProcess4"/>
    <dgm:cxn modelId="{614DD69B-C8C8-48B2-B33E-45231084A21A}" type="presParOf" srcId="{87C3BD11-26F4-E44F-9012-CA16B81537CE}" destId="{34AFF1AE-4AAE-472C-AF9B-1966423D73D2}" srcOrd="10" destOrd="0" presId="urn:microsoft.com/office/officeart/2005/8/layout/hProcess4"/>
    <dgm:cxn modelId="{48834D2B-6F6F-4FE3-9490-B1A38600F44F}" type="presParOf" srcId="{34AFF1AE-4AAE-472C-AF9B-1966423D73D2}" destId="{76265E74-2566-4983-B1CD-24FE9724EE54}" srcOrd="0" destOrd="0" presId="urn:microsoft.com/office/officeart/2005/8/layout/hProcess4"/>
    <dgm:cxn modelId="{8431E7F2-E69D-43AD-A9D8-D2E65C1DF23F}" type="presParOf" srcId="{34AFF1AE-4AAE-472C-AF9B-1966423D73D2}" destId="{F498F241-B89F-41AA-9E07-1EB03DA6265C}" srcOrd="1" destOrd="0" presId="urn:microsoft.com/office/officeart/2005/8/layout/hProcess4"/>
    <dgm:cxn modelId="{45EE6933-78B9-40E7-A192-3FDFC4558EEF}" type="presParOf" srcId="{34AFF1AE-4AAE-472C-AF9B-1966423D73D2}" destId="{E06389F6-8B36-4E3A-8585-2A65B5CE2BD6}" srcOrd="2" destOrd="0" presId="urn:microsoft.com/office/officeart/2005/8/layout/hProcess4"/>
    <dgm:cxn modelId="{16CF1A13-82D2-4B67-871D-E079E4117272}" type="presParOf" srcId="{34AFF1AE-4AAE-472C-AF9B-1966423D73D2}" destId="{F007D5CC-7E46-4163-BF02-290EB48645BD}" srcOrd="3" destOrd="0" presId="urn:microsoft.com/office/officeart/2005/8/layout/hProcess4"/>
    <dgm:cxn modelId="{AB0117A4-5802-4778-B5B2-BB140D4CFB7C}" type="presParOf" srcId="{34AFF1AE-4AAE-472C-AF9B-1966423D73D2}" destId="{F0AD012F-D1C4-4A6E-8DAF-0DA8D2B0B9E3}" srcOrd="4" destOrd="0" presId="urn:microsoft.com/office/officeart/2005/8/layout/h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D8EB8E11-6821-481C-AF36-0669F50F0339}" type="doc">
      <dgm:prSet loTypeId="urn:microsoft.com/office/officeart/2005/8/layout/matrix2" loCatId="matrix" qsTypeId="urn:microsoft.com/office/officeart/2005/8/quickstyle/simple1" qsCatId="simple" csTypeId="urn:microsoft.com/office/officeart/2005/8/colors/colorful4" csCatId="colorful" phldr="1"/>
      <dgm:spPr/>
      <dgm:t>
        <a:bodyPr/>
        <a:lstStyle/>
        <a:p>
          <a:endParaRPr lang="en-US"/>
        </a:p>
      </dgm:t>
    </dgm:pt>
    <dgm:pt modelId="{A7C2C5A2-33F8-422F-8D70-251B4A1493EC}">
      <dgm:prSet phldr="0"/>
      <dgm:spPr/>
      <dgm:t>
        <a:bodyPr/>
        <a:lstStyle/>
        <a:p>
          <a:pPr rtl="0"/>
          <a:endParaRPr lang="es-CO">
            <a:latin typeface="Times New Roman"/>
            <a:cs typeface="Times New Roman"/>
          </a:endParaRPr>
        </a:p>
      </dgm:t>
    </dgm:pt>
    <dgm:pt modelId="{450A508D-9404-4224-82D7-7BB8887AD1E4}" type="parTrans" cxnId="{080EF58A-04BC-455B-BE40-4593F1D04A78}">
      <dgm:prSet/>
      <dgm:spPr/>
      <dgm:t>
        <a:bodyPr/>
        <a:lstStyle/>
        <a:p>
          <a:endParaRPr lang="en-US"/>
        </a:p>
      </dgm:t>
    </dgm:pt>
    <dgm:pt modelId="{B56B138E-9090-4836-B192-1280B0C719F3}" type="sibTrans" cxnId="{080EF58A-04BC-455B-BE40-4593F1D04A78}">
      <dgm:prSet/>
      <dgm:spPr/>
      <dgm:t>
        <a:bodyPr/>
        <a:lstStyle/>
        <a:p>
          <a:endParaRPr lang="en-US"/>
        </a:p>
      </dgm:t>
    </dgm:pt>
    <dgm:pt modelId="{FFB75943-EC92-4DBE-83F5-EB2AD54A1BF2}">
      <dgm:prSet/>
      <dgm:spPr/>
      <dgm:t>
        <a:bodyPr/>
        <a:lstStyle/>
        <a:p>
          <a:endParaRPr lang="en-US">
            <a:solidFill>
              <a:schemeClr val="tx1"/>
            </a:solidFill>
          </a:endParaRPr>
        </a:p>
      </dgm:t>
    </dgm:pt>
    <dgm:pt modelId="{F0949314-F898-427B-B160-F5117B2DE1C0}" type="parTrans" cxnId="{5F9694D7-D948-432B-8537-A4139F6F1849}">
      <dgm:prSet/>
      <dgm:spPr/>
      <dgm:t>
        <a:bodyPr/>
        <a:lstStyle/>
        <a:p>
          <a:endParaRPr lang="en-US"/>
        </a:p>
      </dgm:t>
    </dgm:pt>
    <dgm:pt modelId="{5C754C50-FF88-473A-9AA8-24B4D9AC6979}" type="sibTrans" cxnId="{5F9694D7-D948-432B-8537-A4139F6F1849}">
      <dgm:prSet/>
      <dgm:spPr/>
      <dgm:t>
        <a:bodyPr/>
        <a:lstStyle/>
        <a:p>
          <a:endParaRPr lang="en-US"/>
        </a:p>
      </dgm:t>
    </dgm:pt>
    <dgm:pt modelId="{6FE003A5-FC88-4CEB-A90C-9EC94F600A4B}">
      <dgm:prSet/>
      <dgm:spPr/>
      <dgm:t>
        <a:bodyPr/>
        <a:lstStyle/>
        <a:p>
          <a:endParaRPr lang="en-US" b="0">
            <a:solidFill>
              <a:schemeClr val="tx1"/>
            </a:solidFill>
          </a:endParaRPr>
        </a:p>
      </dgm:t>
    </dgm:pt>
    <dgm:pt modelId="{500F84AE-9B99-4001-BFF2-20FC9B9029CB}" type="parTrans" cxnId="{67C6A1AD-1681-4ACF-9B4C-DCE19E996679}">
      <dgm:prSet/>
      <dgm:spPr/>
      <dgm:t>
        <a:bodyPr/>
        <a:lstStyle/>
        <a:p>
          <a:endParaRPr lang="en-US"/>
        </a:p>
      </dgm:t>
    </dgm:pt>
    <dgm:pt modelId="{DBF1CA47-F96C-47C7-B29D-5830B34B4476}" type="sibTrans" cxnId="{67C6A1AD-1681-4ACF-9B4C-DCE19E996679}">
      <dgm:prSet/>
      <dgm:spPr/>
      <dgm:t>
        <a:bodyPr/>
        <a:lstStyle/>
        <a:p>
          <a:endParaRPr lang="en-US"/>
        </a:p>
      </dgm:t>
    </dgm:pt>
    <dgm:pt modelId="{8D6236EC-C649-4357-A92E-AE3ED7F1D058}">
      <dgm:prSet/>
      <dgm:spPr/>
      <dgm:t>
        <a:bodyPr/>
        <a:lstStyle/>
        <a:p>
          <a:endParaRPr lang="en-US">
            <a:solidFill>
              <a:schemeClr val="tx1"/>
            </a:solidFill>
          </a:endParaRPr>
        </a:p>
      </dgm:t>
    </dgm:pt>
    <dgm:pt modelId="{0D2D4FD7-4D42-4D5B-B26A-8312597E5AE4}" type="parTrans" cxnId="{F24DEEDC-AD53-4553-9D5F-C3AD7EBCA823}">
      <dgm:prSet/>
      <dgm:spPr/>
      <dgm:t>
        <a:bodyPr/>
        <a:lstStyle/>
        <a:p>
          <a:endParaRPr lang="en-US"/>
        </a:p>
      </dgm:t>
    </dgm:pt>
    <dgm:pt modelId="{BB91350E-8F2D-4849-A2F7-36E00B7529E2}" type="sibTrans" cxnId="{F24DEEDC-AD53-4553-9D5F-C3AD7EBCA823}">
      <dgm:prSet/>
      <dgm:spPr/>
      <dgm:t>
        <a:bodyPr/>
        <a:lstStyle/>
        <a:p>
          <a:endParaRPr lang="en-US"/>
        </a:p>
      </dgm:t>
    </dgm:pt>
    <dgm:pt modelId="{BA5A1B45-82F7-436C-BAB3-09CD26C601DF}" type="pres">
      <dgm:prSet presAssocID="{D8EB8E11-6821-481C-AF36-0669F50F0339}" presName="matrix" presStyleCnt="0">
        <dgm:presLayoutVars>
          <dgm:chMax val="1"/>
          <dgm:dir/>
          <dgm:resizeHandles val="exact"/>
        </dgm:presLayoutVars>
      </dgm:prSet>
      <dgm:spPr/>
    </dgm:pt>
    <dgm:pt modelId="{CC551191-F09E-4F8E-8502-B1CD718E0C8B}" type="pres">
      <dgm:prSet presAssocID="{D8EB8E11-6821-481C-AF36-0669F50F0339}" presName="axisShape" presStyleLbl="bgShp" presStyleIdx="0" presStyleCnt="1" custScaleX="159582"/>
      <dgm:spPr/>
    </dgm:pt>
    <dgm:pt modelId="{C9A767A0-53C4-48A2-ADDE-E4E7767ECE1B}" type="pres">
      <dgm:prSet presAssocID="{D8EB8E11-6821-481C-AF36-0669F50F0339}" presName="rect1" presStyleLbl="node1" presStyleIdx="0" presStyleCnt="4" custScaleX="154985" custLinFactNeighborX="-44710" custLinFactNeighborY="856">
        <dgm:presLayoutVars>
          <dgm:chMax val="0"/>
          <dgm:chPref val="0"/>
          <dgm:bulletEnabled val="1"/>
        </dgm:presLayoutVars>
      </dgm:prSet>
      <dgm:spPr/>
    </dgm:pt>
    <dgm:pt modelId="{E7D47CC3-6940-4828-AABE-8F4FB5A0730E}" type="pres">
      <dgm:prSet presAssocID="{D8EB8E11-6821-481C-AF36-0669F50F0339}" presName="rect2" presStyleLbl="node1" presStyleIdx="1" presStyleCnt="4" custScaleX="154985" custLinFactNeighborX="44196">
        <dgm:presLayoutVars>
          <dgm:chMax val="0"/>
          <dgm:chPref val="0"/>
          <dgm:bulletEnabled val="1"/>
        </dgm:presLayoutVars>
      </dgm:prSet>
      <dgm:spPr/>
    </dgm:pt>
    <dgm:pt modelId="{FF3A1643-0FF7-423C-A183-DD3D62C15664}" type="pres">
      <dgm:prSet presAssocID="{D8EB8E11-6821-481C-AF36-0669F50F0339}" presName="rect3" presStyleLbl="node1" presStyleIdx="2" presStyleCnt="4" custScaleX="154985" custLinFactNeighborX="-42997">
        <dgm:presLayoutVars>
          <dgm:chMax val="0"/>
          <dgm:chPref val="0"/>
          <dgm:bulletEnabled val="1"/>
        </dgm:presLayoutVars>
      </dgm:prSet>
      <dgm:spPr/>
    </dgm:pt>
    <dgm:pt modelId="{7C10C34D-EC21-41E4-82F7-244AC8F13DA6}" type="pres">
      <dgm:prSet presAssocID="{D8EB8E11-6821-481C-AF36-0669F50F0339}" presName="rect4" presStyleLbl="node1" presStyleIdx="3" presStyleCnt="4" custScaleX="154985" custLinFactNeighborX="46187">
        <dgm:presLayoutVars>
          <dgm:chMax val="0"/>
          <dgm:chPref val="0"/>
          <dgm:bulletEnabled val="1"/>
        </dgm:presLayoutVars>
      </dgm:prSet>
      <dgm:spPr/>
    </dgm:pt>
  </dgm:ptLst>
  <dgm:cxnLst>
    <dgm:cxn modelId="{E0DF140E-4551-4FAB-981D-F4510B5D505E}" type="presOf" srcId="{FFB75943-EC92-4DBE-83F5-EB2AD54A1BF2}" destId="{E7D47CC3-6940-4828-AABE-8F4FB5A0730E}" srcOrd="0" destOrd="0" presId="urn:microsoft.com/office/officeart/2005/8/layout/matrix2"/>
    <dgm:cxn modelId="{8FAD3027-7481-4D9C-BBBD-09509DBBE78E}" type="presOf" srcId="{D8EB8E11-6821-481C-AF36-0669F50F0339}" destId="{BA5A1B45-82F7-436C-BAB3-09CD26C601DF}" srcOrd="0" destOrd="0" presId="urn:microsoft.com/office/officeart/2005/8/layout/matrix2"/>
    <dgm:cxn modelId="{2306ED59-3C4C-4873-A4B6-03461162B020}" type="presOf" srcId="{8D6236EC-C649-4357-A92E-AE3ED7F1D058}" destId="{7C10C34D-EC21-41E4-82F7-244AC8F13DA6}" srcOrd="0" destOrd="0" presId="urn:microsoft.com/office/officeart/2005/8/layout/matrix2"/>
    <dgm:cxn modelId="{080EF58A-04BC-455B-BE40-4593F1D04A78}" srcId="{D8EB8E11-6821-481C-AF36-0669F50F0339}" destId="{A7C2C5A2-33F8-422F-8D70-251B4A1493EC}" srcOrd="0" destOrd="0" parTransId="{450A508D-9404-4224-82D7-7BB8887AD1E4}" sibTransId="{B56B138E-9090-4836-B192-1280B0C719F3}"/>
    <dgm:cxn modelId="{86AC1A8B-20DA-49EB-96BA-B540E6ECA2E6}" type="presOf" srcId="{A7C2C5A2-33F8-422F-8D70-251B4A1493EC}" destId="{C9A767A0-53C4-48A2-ADDE-E4E7767ECE1B}" srcOrd="0" destOrd="0" presId="urn:microsoft.com/office/officeart/2005/8/layout/matrix2"/>
    <dgm:cxn modelId="{67C6A1AD-1681-4ACF-9B4C-DCE19E996679}" srcId="{D8EB8E11-6821-481C-AF36-0669F50F0339}" destId="{6FE003A5-FC88-4CEB-A90C-9EC94F600A4B}" srcOrd="2" destOrd="0" parTransId="{500F84AE-9B99-4001-BFF2-20FC9B9029CB}" sibTransId="{DBF1CA47-F96C-47C7-B29D-5830B34B4476}"/>
    <dgm:cxn modelId="{F81B29B1-E29E-496C-AEDF-999293B045C5}" type="presOf" srcId="{6FE003A5-FC88-4CEB-A90C-9EC94F600A4B}" destId="{FF3A1643-0FF7-423C-A183-DD3D62C15664}" srcOrd="0" destOrd="0" presId="urn:microsoft.com/office/officeart/2005/8/layout/matrix2"/>
    <dgm:cxn modelId="{5F9694D7-D948-432B-8537-A4139F6F1849}" srcId="{D8EB8E11-6821-481C-AF36-0669F50F0339}" destId="{FFB75943-EC92-4DBE-83F5-EB2AD54A1BF2}" srcOrd="1" destOrd="0" parTransId="{F0949314-F898-427B-B160-F5117B2DE1C0}" sibTransId="{5C754C50-FF88-473A-9AA8-24B4D9AC6979}"/>
    <dgm:cxn modelId="{F24DEEDC-AD53-4553-9D5F-C3AD7EBCA823}" srcId="{D8EB8E11-6821-481C-AF36-0669F50F0339}" destId="{8D6236EC-C649-4357-A92E-AE3ED7F1D058}" srcOrd="3" destOrd="0" parTransId="{0D2D4FD7-4D42-4D5B-B26A-8312597E5AE4}" sibTransId="{BB91350E-8F2D-4849-A2F7-36E00B7529E2}"/>
    <dgm:cxn modelId="{871CD33F-EE6C-4952-8816-CA6BA35ECC94}" type="presParOf" srcId="{BA5A1B45-82F7-436C-BAB3-09CD26C601DF}" destId="{CC551191-F09E-4F8E-8502-B1CD718E0C8B}" srcOrd="0" destOrd="0" presId="urn:microsoft.com/office/officeart/2005/8/layout/matrix2"/>
    <dgm:cxn modelId="{2BEA6C22-ED55-48CB-9930-96B870301F70}" type="presParOf" srcId="{BA5A1B45-82F7-436C-BAB3-09CD26C601DF}" destId="{C9A767A0-53C4-48A2-ADDE-E4E7767ECE1B}" srcOrd="1" destOrd="0" presId="urn:microsoft.com/office/officeart/2005/8/layout/matrix2"/>
    <dgm:cxn modelId="{6DEEF3AC-13B2-4EEE-B358-9769448D1834}" type="presParOf" srcId="{BA5A1B45-82F7-436C-BAB3-09CD26C601DF}" destId="{E7D47CC3-6940-4828-AABE-8F4FB5A0730E}" srcOrd="2" destOrd="0" presId="urn:microsoft.com/office/officeart/2005/8/layout/matrix2"/>
    <dgm:cxn modelId="{25622471-D570-40F6-BCCF-408FC3BADBCE}" type="presParOf" srcId="{BA5A1B45-82F7-436C-BAB3-09CD26C601DF}" destId="{FF3A1643-0FF7-423C-A183-DD3D62C15664}" srcOrd="3" destOrd="0" presId="urn:microsoft.com/office/officeart/2005/8/layout/matrix2"/>
    <dgm:cxn modelId="{A31B8773-5A26-40A4-90A4-86F418143672}" type="presParOf" srcId="{BA5A1B45-82F7-436C-BAB3-09CD26C601DF}" destId="{7C10C34D-EC21-41E4-82F7-244AC8F13DA6}" srcOrd="4" destOrd="0" presId="urn:microsoft.com/office/officeart/2005/8/layout/matrix2"/>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5BAE249-C8CA-BB42-9B57-E45756F6C7E7}">
      <dsp:nvSpPr>
        <dsp:cNvPr id="0" name=""/>
        <dsp:cNvSpPr/>
      </dsp:nvSpPr>
      <dsp:spPr>
        <a:xfrm>
          <a:off x="100273" y="584852"/>
          <a:ext cx="1633810" cy="1488013"/>
        </a:xfrm>
        <a:prstGeom prst="roundRect">
          <a:avLst>
            <a:gd name="adj" fmla="val 10000"/>
          </a:avLst>
        </a:prstGeom>
        <a:solidFill>
          <a:schemeClr val="lt1">
            <a:alpha val="90000"/>
            <a:hueOff val="0"/>
            <a:satOff val="0"/>
            <a:lumOff val="0"/>
            <a:alphaOff val="0"/>
          </a:schemeClr>
        </a:solidFill>
        <a:ln w="12700" cap="flat" cmpd="sng" algn="ctr">
          <a:solidFill>
            <a:schemeClr val="accent4">
              <a:lumMod val="9000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3825" tIns="123825" rIns="123825" bIns="123825" numCol="1" spcCol="1270" anchor="t" anchorCtr="0">
          <a:noAutofit/>
        </a:bodyPr>
        <a:lstStyle/>
        <a:p>
          <a:pPr marL="114300" lvl="1" indent="-114300" algn="just" defTabSz="622300">
            <a:lnSpc>
              <a:spcPct val="90000"/>
            </a:lnSpc>
            <a:spcBef>
              <a:spcPct val="0"/>
            </a:spcBef>
            <a:spcAft>
              <a:spcPct val="15000"/>
            </a:spcAft>
            <a:buChar char="•"/>
          </a:pPr>
          <a:r>
            <a:rPr lang="es-MX" sz="1400" kern="1200"/>
            <a:t>Carga y Limpieza de Datos</a:t>
          </a:r>
        </a:p>
        <a:p>
          <a:pPr marL="114300" lvl="1" indent="-114300" algn="just" defTabSz="622300">
            <a:lnSpc>
              <a:spcPct val="90000"/>
            </a:lnSpc>
            <a:spcBef>
              <a:spcPct val="0"/>
            </a:spcBef>
            <a:spcAft>
              <a:spcPct val="15000"/>
            </a:spcAft>
            <a:buChar char="•"/>
          </a:pPr>
          <a:r>
            <a:rPr lang="es-MX" sz="1400" kern="1200"/>
            <a:t>Visualización de series de tiempo</a:t>
          </a:r>
        </a:p>
      </dsp:txBody>
      <dsp:txXfrm>
        <a:off x="134516" y="619095"/>
        <a:ext cx="1565324" cy="1100667"/>
      </dsp:txXfrm>
    </dsp:sp>
    <dsp:sp modelId="{4DD2EBA9-411C-894F-B046-155EC153DB47}">
      <dsp:nvSpPr>
        <dsp:cNvPr id="0" name=""/>
        <dsp:cNvSpPr/>
      </dsp:nvSpPr>
      <dsp:spPr>
        <a:xfrm>
          <a:off x="969657" y="1633953"/>
          <a:ext cx="2429396" cy="2429396"/>
        </a:xfrm>
        <a:prstGeom prst="leftCircularArrow">
          <a:avLst>
            <a:gd name="adj1" fmla="val 926"/>
            <a:gd name="adj2" fmla="val 108303"/>
            <a:gd name="adj3" fmla="val 5420254"/>
            <a:gd name="adj4" fmla="val 12560930"/>
            <a:gd name="adj5" fmla="val 108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3A21DE6C-2DD1-B74C-9E60-EE6E7BD79C9A}">
      <dsp:nvSpPr>
        <dsp:cNvPr id="0" name=""/>
        <dsp:cNvSpPr/>
      </dsp:nvSpPr>
      <dsp:spPr>
        <a:xfrm>
          <a:off x="1100979" y="1873040"/>
          <a:ext cx="1034164" cy="428984"/>
        </a:xfrm>
        <a:prstGeom prst="roundRect">
          <a:avLst>
            <a:gd name="adj" fmla="val 10000"/>
          </a:avLst>
        </a:prstGeom>
        <a:solidFill>
          <a:schemeClr val="tx2"/>
        </a:solidFill>
        <a:ln w="12700" cap="flat" cmpd="sng" algn="ctr">
          <a:solidFill>
            <a:schemeClr val="accent4">
              <a:lumMod val="9000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s-MX" sz="1400" b="1" kern="1200">
              <a:solidFill>
                <a:schemeClr val="bg1"/>
              </a:solidFill>
            </a:rPr>
            <a:t>1. EDA</a:t>
          </a:r>
        </a:p>
      </dsp:txBody>
      <dsp:txXfrm>
        <a:off x="1113544" y="1885605"/>
        <a:ext cx="1009034" cy="403854"/>
      </dsp:txXfrm>
    </dsp:sp>
    <dsp:sp modelId="{E1814541-2022-5045-B6D1-3F3D0EEBA670}">
      <dsp:nvSpPr>
        <dsp:cNvPr id="0" name=""/>
        <dsp:cNvSpPr/>
      </dsp:nvSpPr>
      <dsp:spPr>
        <a:xfrm>
          <a:off x="1772281" y="2685637"/>
          <a:ext cx="2079240" cy="2072526"/>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3825" tIns="123825" rIns="123825" bIns="123825" numCol="1" spcCol="1270" anchor="t" anchorCtr="0">
          <a:noAutofit/>
        </a:bodyPr>
        <a:lstStyle/>
        <a:p>
          <a:pPr marL="114300" lvl="1" indent="-114300" algn="just" defTabSz="622300">
            <a:lnSpc>
              <a:spcPct val="90000"/>
            </a:lnSpc>
            <a:spcBef>
              <a:spcPct val="0"/>
            </a:spcBef>
            <a:spcAft>
              <a:spcPct val="15000"/>
            </a:spcAft>
            <a:buChar char="•"/>
          </a:pPr>
          <a:r>
            <a:rPr lang="es-CO" sz="1400" kern="1200">
              <a:solidFill>
                <a:schemeClr val="tx1"/>
              </a:solidFill>
            </a:rPr>
            <a:t>Usando </a:t>
          </a:r>
          <a:r>
            <a:rPr lang="es-CO" sz="1400" kern="1200" err="1">
              <a:solidFill>
                <a:schemeClr val="tx1"/>
              </a:solidFill>
            </a:rPr>
            <a:t>CoV</a:t>
          </a:r>
          <a:r>
            <a:rPr lang="es-CO" sz="1400" kern="1200">
              <a:solidFill>
                <a:schemeClr val="tx1"/>
              </a:solidFill>
            </a:rPr>
            <a:t> e Intermitencia, se clasifica el tipo de demanda como: Errática, Irregular, </a:t>
          </a:r>
          <a:r>
            <a:rPr lang="es-CO" sz="1400" kern="1200" err="1">
              <a:solidFill>
                <a:schemeClr val="tx1"/>
              </a:solidFill>
            </a:rPr>
            <a:t>Uneven</a:t>
          </a:r>
          <a:r>
            <a:rPr lang="es-CO" sz="1400" kern="1200">
              <a:solidFill>
                <a:schemeClr val="tx1"/>
              </a:solidFill>
            </a:rPr>
            <a:t>, </a:t>
          </a:r>
          <a:r>
            <a:rPr lang="es-CO" sz="1400" kern="1200" err="1">
              <a:solidFill>
                <a:schemeClr val="tx1"/>
              </a:solidFill>
            </a:rPr>
            <a:t>Smooth</a:t>
          </a:r>
          <a:r>
            <a:rPr lang="es-CO" sz="1400" kern="1200">
              <a:solidFill>
                <a:schemeClr val="tx1"/>
              </a:solidFill>
            </a:rPr>
            <a:t>, entre otros, para 26 SKU</a:t>
          </a:r>
          <a:endParaRPr lang="es-MX" sz="1400" kern="1200"/>
        </a:p>
      </dsp:txBody>
      <dsp:txXfrm>
        <a:off x="1819976" y="3177445"/>
        <a:ext cx="1983850" cy="1533023"/>
      </dsp:txXfrm>
    </dsp:sp>
    <dsp:sp modelId="{DAD62425-4757-164F-BD14-684A9B9DC433}">
      <dsp:nvSpPr>
        <dsp:cNvPr id="0" name=""/>
        <dsp:cNvSpPr/>
      </dsp:nvSpPr>
      <dsp:spPr>
        <a:xfrm>
          <a:off x="3046026" y="977651"/>
          <a:ext cx="2167807" cy="2167807"/>
        </a:xfrm>
        <a:prstGeom prst="circularArrow">
          <a:avLst>
            <a:gd name="adj1" fmla="val 1038"/>
            <a:gd name="adj2" fmla="val 121674"/>
            <a:gd name="adj3" fmla="val 17030215"/>
            <a:gd name="adj4" fmla="val 9902910"/>
            <a:gd name="adj5" fmla="val 1211"/>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23BFFB2B-5E6A-1640-A142-366DF8254C24}">
      <dsp:nvSpPr>
        <dsp:cNvPr id="0" name=""/>
        <dsp:cNvSpPr/>
      </dsp:nvSpPr>
      <dsp:spPr>
        <a:xfrm>
          <a:off x="2570995" y="2334915"/>
          <a:ext cx="1070552" cy="622826"/>
        </a:xfrm>
        <a:prstGeom prst="roundRect">
          <a:avLst>
            <a:gd name="adj" fmla="val 10000"/>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s-CO" sz="1400" b="1" kern="1200">
              <a:solidFill>
                <a:schemeClr val="tx1"/>
              </a:solidFill>
            </a:rPr>
            <a:t>2. Clasificar Demanda</a:t>
          </a:r>
          <a:endParaRPr lang="es-MX" sz="1400" kern="1200">
            <a:solidFill>
              <a:schemeClr val="tx1"/>
            </a:solidFill>
          </a:endParaRPr>
        </a:p>
      </dsp:txBody>
      <dsp:txXfrm>
        <a:off x="2589237" y="2353157"/>
        <a:ext cx="1034068" cy="586342"/>
      </dsp:txXfrm>
    </dsp:sp>
    <dsp:sp modelId="{0277DC59-C216-6041-8674-74C1E747E3CA}">
      <dsp:nvSpPr>
        <dsp:cNvPr id="0" name=""/>
        <dsp:cNvSpPr/>
      </dsp:nvSpPr>
      <dsp:spPr>
        <a:xfrm>
          <a:off x="3495816" y="728343"/>
          <a:ext cx="1970094" cy="132432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3825" tIns="123825" rIns="123825" bIns="123825" numCol="1" spcCol="1270" anchor="t" anchorCtr="0">
          <a:noAutofit/>
        </a:bodyPr>
        <a:lstStyle/>
        <a:p>
          <a:pPr marL="114300" lvl="1" indent="-114300" algn="just" defTabSz="622300">
            <a:lnSpc>
              <a:spcPct val="90000"/>
            </a:lnSpc>
            <a:spcBef>
              <a:spcPct val="0"/>
            </a:spcBef>
            <a:spcAft>
              <a:spcPct val="15000"/>
            </a:spcAft>
            <a:buChar char="•"/>
          </a:pPr>
          <a:r>
            <a:rPr lang="es-MX" sz="1400" kern="1200"/>
            <a:t>Para optimizar el proceso, se asigna a cada SKU un subconjunto de modelos aplicables</a:t>
          </a:r>
        </a:p>
      </dsp:txBody>
      <dsp:txXfrm>
        <a:off x="3526292" y="758819"/>
        <a:ext cx="1909142" cy="979588"/>
      </dsp:txXfrm>
    </dsp:sp>
    <dsp:sp modelId="{9D4A6F90-96C1-EF4A-B59B-992AE4DCE9B7}">
      <dsp:nvSpPr>
        <dsp:cNvPr id="0" name=""/>
        <dsp:cNvSpPr/>
      </dsp:nvSpPr>
      <dsp:spPr>
        <a:xfrm>
          <a:off x="5344976" y="1789640"/>
          <a:ext cx="2812701" cy="2812701"/>
        </a:xfrm>
        <a:prstGeom prst="leftCircularArrow">
          <a:avLst>
            <a:gd name="adj1" fmla="val 800"/>
            <a:gd name="adj2" fmla="val 93282"/>
            <a:gd name="adj3" fmla="val 4936798"/>
            <a:gd name="adj4" fmla="val 12092494"/>
            <a:gd name="adj5" fmla="val 933"/>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2B9E13E0-48B7-1E41-8199-14C6E92177E5}">
      <dsp:nvSpPr>
        <dsp:cNvPr id="0" name=""/>
        <dsp:cNvSpPr/>
      </dsp:nvSpPr>
      <dsp:spPr>
        <a:xfrm>
          <a:off x="4628436" y="1896038"/>
          <a:ext cx="1674884" cy="792523"/>
        </a:xfrm>
        <a:prstGeom prst="roundRect">
          <a:avLst>
            <a:gd name="adj" fmla="val 10000"/>
          </a:avLst>
        </a:prstGeom>
        <a:solidFill>
          <a:schemeClr val="accent1"/>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s-CO" sz="1400" b="1" kern="1200">
              <a:solidFill>
                <a:schemeClr val="bg1"/>
              </a:solidFill>
            </a:rPr>
            <a:t>3. Asignación de Modelos por tipo de demanda</a:t>
          </a:r>
          <a:endParaRPr lang="es-MX" sz="1400" kern="1200"/>
        </a:p>
      </dsp:txBody>
      <dsp:txXfrm>
        <a:off x="4651648" y="1919250"/>
        <a:ext cx="1628460" cy="746099"/>
      </dsp:txXfrm>
    </dsp:sp>
    <dsp:sp modelId="{DD8DC6C8-FF88-824E-921B-B1BC358AAF2F}">
      <dsp:nvSpPr>
        <dsp:cNvPr id="0" name=""/>
        <dsp:cNvSpPr/>
      </dsp:nvSpPr>
      <dsp:spPr>
        <a:xfrm>
          <a:off x="6167968" y="3028716"/>
          <a:ext cx="1863794" cy="2351451"/>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3825" tIns="123825" rIns="123825" bIns="123825" numCol="1" spcCol="1270" anchor="t" anchorCtr="0">
          <a:noAutofit/>
        </a:bodyPr>
        <a:lstStyle/>
        <a:p>
          <a:pPr marL="114300" lvl="1" indent="-114300" algn="just" defTabSz="622300">
            <a:lnSpc>
              <a:spcPct val="90000"/>
            </a:lnSpc>
            <a:spcBef>
              <a:spcPct val="0"/>
            </a:spcBef>
            <a:spcAft>
              <a:spcPct val="15000"/>
            </a:spcAft>
            <a:buChar char="•"/>
          </a:pPr>
          <a:r>
            <a:rPr lang="es-MX" sz="1400" kern="1200"/>
            <a:t>Corrección de </a:t>
          </a:r>
          <a:r>
            <a:rPr lang="es-MX" sz="1400" kern="1200" err="1"/>
            <a:t>outliers</a:t>
          </a:r>
          <a:r>
            <a:rPr lang="es-MX" sz="1400" kern="1200"/>
            <a:t> para cada SKU (valores fuera de 2 desviaciones estándar se reemplazan por los límites).</a:t>
          </a:r>
        </a:p>
      </dsp:txBody>
      <dsp:txXfrm>
        <a:off x="6222081" y="3586712"/>
        <a:ext cx="1755568" cy="1739343"/>
      </dsp:txXfrm>
    </dsp:sp>
    <dsp:sp modelId="{33E6CCDA-EA23-9E42-9358-DA54A58CAAC6}">
      <dsp:nvSpPr>
        <dsp:cNvPr id="0" name=""/>
        <dsp:cNvSpPr/>
      </dsp:nvSpPr>
      <dsp:spPr>
        <a:xfrm>
          <a:off x="7040983" y="649861"/>
          <a:ext cx="2653023" cy="2653023"/>
        </a:xfrm>
        <a:prstGeom prst="circularArrow">
          <a:avLst>
            <a:gd name="adj1" fmla="val 848"/>
            <a:gd name="adj2" fmla="val 99002"/>
            <a:gd name="adj3" fmla="val 14925494"/>
            <a:gd name="adj4" fmla="val 7775518"/>
            <a:gd name="adj5" fmla="val 989"/>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2390D26E-EC64-1E43-897C-04C0BBC0FCD6}">
      <dsp:nvSpPr>
        <dsp:cNvPr id="0" name=""/>
        <dsp:cNvSpPr/>
      </dsp:nvSpPr>
      <dsp:spPr>
        <a:xfrm>
          <a:off x="6882156" y="2979803"/>
          <a:ext cx="1310932" cy="462159"/>
        </a:xfrm>
        <a:prstGeom prst="roundRect">
          <a:avLst>
            <a:gd name="adj" fmla="val 10000"/>
          </a:avLst>
        </a:prstGeom>
        <a:solidFill>
          <a:schemeClr val="accent3"/>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s-CO" sz="1400" b="1" kern="1200">
              <a:solidFill>
                <a:schemeClr val="bg1"/>
              </a:solidFill>
            </a:rPr>
            <a:t>4. Corrección </a:t>
          </a:r>
          <a:r>
            <a:rPr lang="es-CO" sz="1400" b="1" kern="1200" err="1">
              <a:solidFill>
                <a:schemeClr val="bg1"/>
              </a:solidFill>
            </a:rPr>
            <a:t>Outliers</a:t>
          </a:r>
          <a:endParaRPr lang="es-MX" sz="1400" kern="1200"/>
        </a:p>
      </dsp:txBody>
      <dsp:txXfrm>
        <a:off x="6895692" y="2993339"/>
        <a:ext cx="1283860" cy="435087"/>
      </dsp:txXfrm>
    </dsp:sp>
    <dsp:sp modelId="{277A75EA-973B-F547-A8E2-BC1436B97E79}">
      <dsp:nvSpPr>
        <dsp:cNvPr id="0" name=""/>
        <dsp:cNvSpPr/>
      </dsp:nvSpPr>
      <dsp:spPr>
        <a:xfrm>
          <a:off x="7121912" y="399869"/>
          <a:ext cx="1740493" cy="1396784"/>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3825" tIns="123825" rIns="123825" bIns="123825" numCol="1" spcCol="1270" anchor="t" anchorCtr="0">
          <a:noAutofit/>
        </a:bodyPr>
        <a:lstStyle/>
        <a:p>
          <a:pPr marL="114300" lvl="1" indent="-114300" algn="just" defTabSz="622300">
            <a:lnSpc>
              <a:spcPct val="90000"/>
            </a:lnSpc>
            <a:spcBef>
              <a:spcPct val="0"/>
            </a:spcBef>
            <a:spcAft>
              <a:spcPct val="15000"/>
            </a:spcAft>
            <a:buChar char="•"/>
          </a:pPr>
          <a:r>
            <a:rPr lang="es-MX" sz="1400" kern="1200"/>
            <a:t>Se identifican mejores modelos de predicción diaria y luego semanal por SKU.</a:t>
          </a:r>
        </a:p>
      </dsp:txBody>
      <dsp:txXfrm>
        <a:off x="7154056" y="432013"/>
        <a:ext cx="1676205" cy="1033185"/>
      </dsp:txXfrm>
    </dsp:sp>
    <dsp:sp modelId="{A1E5E89B-F4AE-4FCD-8F29-5198450E41B6}">
      <dsp:nvSpPr>
        <dsp:cNvPr id="0" name=""/>
        <dsp:cNvSpPr/>
      </dsp:nvSpPr>
      <dsp:spPr>
        <a:xfrm>
          <a:off x="9135846" y="1644985"/>
          <a:ext cx="2680569" cy="2680569"/>
        </a:xfrm>
        <a:prstGeom prst="leftCircularArrow">
          <a:avLst>
            <a:gd name="adj1" fmla="val 839"/>
            <a:gd name="adj2" fmla="val 97966"/>
            <a:gd name="adj3" fmla="val 5765117"/>
            <a:gd name="adj4" fmla="val 12916130"/>
            <a:gd name="adj5" fmla="val 979"/>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sp>
    <dsp:sp modelId="{C7E614FA-17D8-C64F-99EA-EAFF96D53BE3}">
      <dsp:nvSpPr>
        <dsp:cNvPr id="0" name=""/>
        <dsp:cNvSpPr/>
      </dsp:nvSpPr>
      <dsp:spPr>
        <a:xfrm>
          <a:off x="8546749" y="1492963"/>
          <a:ext cx="1710007" cy="732481"/>
        </a:xfrm>
        <a:prstGeom prst="roundRect">
          <a:avLst>
            <a:gd name="adj" fmla="val 10000"/>
          </a:avLst>
        </a:prstGeom>
        <a:solidFill>
          <a:schemeClr val="tx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s-CO" sz="1400" b="1" kern="1200">
              <a:solidFill>
                <a:schemeClr val="bg1"/>
              </a:solidFill>
            </a:rPr>
            <a:t>5. Evaluación de Modelos Predictivos</a:t>
          </a:r>
          <a:endParaRPr lang="es-MX" sz="1400" kern="1200"/>
        </a:p>
      </dsp:txBody>
      <dsp:txXfrm>
        <a:off x="8568203" y="1514417"/>
        <a:ext cx="1667099" cy="689573"/>
      </dsp:txXfrm>
    </dsp:sp>
    <dsp:sp modelId="{F498F241-B89F-41AA-9E07-1EB03DA6265C}">
      <dsp:nvSpPr>
        <dsp:cNvPr id="0" name=""/>
        <dsp:cNvSpPr/>
      </dsp:nvSpPr>
      <dsp:spPr>
        <a:xfrm>
          <a:off x="9517823" y="3240800"/>
          <a:ext cx="1963916" cy="1415275"/>
        </a:xfrm>
        <a:prstGeom prst="roundRect">
          <a:avLst>
            <a:gd name="adj" fmla="val 10000"/>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3825" tIns="123825" rIns="123825" bIns="123825" numCol="1" spcCol="1270" anchor="t" anchorCtr="0">
          <a:noAutofit/>
        </a:bodyPr>
        <a:lstStyle/>
        <a:p>
          <a:pPr marL="114300" lvl="1" indent="-114300" algn="l" defTabSz="622300">
            <a:lnSpc>
              <a:spcPct val="90000"/>
            </a:lnSpc>
            <a:spcBef>
              <a:spcPct val="0"/>
            </a:spcBef>
            <a:spcAft>
              <a:spcPct val="15000"/>
            </a:spcAft>
            <a:buChar char="•"/>
          </a:pPr>
          <a:r>
            <a:rPr lang="es-CO" sz="1400" kern="1200"/>
            <a:t>Resumen final con gráfico por serie de tiempo, mejor modelo y métrica de error.</a:t>
          </a:r>
        </a:p>
      </dsp:txBody>
      <dsp:txXfrm>
        <a:off x="9550392" y="3576642"/>
        <a:ext cx="1898778" cy="1046864"/>
      </dsp:txXfrm>
    </dsp:sp>
    <dsp:sp modelId="{F007D5CC-7E46-4163-BF02-290EB48645BD}">
      <dsp:nvSpPr>
        <dsp:cNvPr id="0" name=""/>
        <dsp:cNvSpPr/>
      </dsp:nvSpPr>
      <dsp:spPr>
        <a:xfrm>
          <a:off x="9753267" y="2761938"/>
          <a:ext cx="1316186" cy="759851"/>
        </a:xfrm>
        <a:prstGeom prst="roundRect">
          <a:avLst>
            <a:gd name="adj" fmla="val 1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670" tIns="17780" rIns="26670" bIns="17780" numCol="1" spcCol="1270" anchor="ctr" anchorCtr="0">
          <a:noAutofit/>
        </a:bodyPr>
        <a:lstStyle/>
        <a:p>
          <a:pPr marL="0" lvl="0" indent="0" algn="ctr" defTabSz="622300">
            <a:lnSpc>
              <a:spcPct val="90000"/>
            </a:lnSpc>
            <a:spcBef>
              <a:spcPct val="0"/>
            </a:spcBef>
            <a:spcAft>
              <a:spcPct val="35000"/>
            </a:spcAft>
            <a:buNone/>
          </a:pPr>
          <a:r>
            <a:rPr lang="es-CO" sz="1400" b="1" kern="1200"/>
            <a:t>6. Resumen y Visualización de Resultados</a:t>
          </a:r>
        </a:p>
      </dsp:txBody>
      <dsp:txXfrm>
        <a:off x="9775522" y="2784193"/>
        <a:ext cx="1271676" cy="715341"/>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C551191-F09E-4F8E-8502-B1CD718E0C8B}">
      <dsp:nvSpPr>
        <dsp:cNvPr id="0" name=""/>
        <dsp:cNvSpPr/>
      </dsp:nvSpPr>
      <dsp:spPr>
        <a:xfrm>
          <a:off x="700599" y="0"/>
          <a:ext cx="8641818" cy="5415283"/>
        </a:xfrm>
        <a:prstGeom prst="quadArrow">
          <a:avLst>
            <a:gd name="adj1" fmla="val 2000"/>
            <a:gd name="adj2" fmla="val 4000"/>
            <a:gd name="adj3" fmla="val 5000"/>
          </a:avLst>
        </a:prstGeom>
        <a:solidFill>
          <a:schemeClr val="accent4">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9A767A0-53C4-48A2-ADDE-E4E7767ECE1B}">
      <dsp:nvSpPr>
        <dsp:cNvPr id="0" name=""/>
        <dsp:cNvSpPr/>
      </dsp:nvSpPr>
      <dsp:spPr>
        <a:xfrm>
          <a:off x="1101871" y="370535"/>
          <a:ext cx="3357151" cy="2166113"/>
        </a:xfrm>
        <a:prstGeom prst="roundRect">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rtl="0">
            <a:lnSpc>
              <a:spcPct val="90000"/>
            </a:lnSpc>
            <a:spcBef>
              <a:spcPct val="0"/>
            </a:spcBef>
            <a:spcAft>
              <a:spcPct val="35000"/>
            </a:spcAft>
            <a:buNone/>
          </a:pPr>
          <a:endParaRPr lang="es-CO" sz="6500" kern="1200">
            <a:latin typeface="Times New Roman"/>
            <a:cs typeface="Times New Roman"/>
          </a:endParaRPr>
        </a:p>
      </dsp:txBody>
      <dsp:txXfrm>
        <a:off x="1207612" y="476276"/>
        <a:ext cx="3145669" cy="1954631"/>
      </dsp:txXfrm>
    </dsp:sp>
    <dsp:sp modelId="{E7D47CC3-6940-4828-AABE-8F4FB5A0730E}">
      <dsp:nvSpPr>
        <dsp:cNvPr id="0" name=""/>
        <dsp:cNvSpPr/>
      </dsp:nvSpPr>
      <dsp:spPr>
        <a:xfrm>
          <a:off x="5572860" y="351993"/>
          <a:ext cx="3357151" cy="2166113"/>
        </a:xfrm>
        <a:prstGeom prst="roundRect">
          <a:avLst/>
        </a:prstGeom>
        <a:solidFill>
          <a:schemeClr val="accent4">
            <a:hueOff val="-2412711"/>
            <a:satOff val="-3341"/>
            <a:lumOff val="-1098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endParaRPr lang="en-US" sz="6500" kern="1200">
            <a:solidFill>
              <a:schemeClr val="tx1"/>
            </a:solidFill>
          </a:endParaRPr>
        </a:p>
      </dsp:txBody>
      <dsp:txXfrm>
        <a:off x="5678601" y="457734"/>
        <a:ext cx="3145669" cy="1954631"/>
      </dsp:txXfrm>
    </dsp:sp>
    <dsp:sp modelId="{FF3A1643-0FF7-423C-A183-DD3D62C15664}">
      <dsp:nvSpPr>
        <dsp:cNvPr id="0" name=""/>
        <dsp:cNvSpPr/>
      </dsp:nvSpPr>
      <dsp:spPr>
        <a:xfrm>
          <a:off x="1138977" y="2897176"/>
          <a:ext cx="3357151" cy="2166113"/>
        </a:xfrm>
        <a:prstGeom prst="roundRect">
          <a:avLst/>
        </a:prstGeom>
        <a:solidFill>
          <a:schemeClr val="accent4">
            <a:hueOff val="-4825422"/>
            <a:satOff val="-6681"/>
            <a:lumOff val="-2196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endParaRPr lang="en-US" sz="6500" b="0" kern="1200">
            <a:solidFill>
              <a:schemeClr val="tx1"/>
            </a:solidFill>
          </a:endParaRPr>
        </a:p>
      </dsp:txBody>
      <dsp:txXfrm>
        <a:off x="1244718" y="3002917"/>
        <a:ext cx="3145669" cy="1954631"/>
      </dsp:txXfrm>
    </dsp:sp>
    <dsp:sp modelId="{7C10C34D-EC21-41E4-82F7-244AC8F13DA6}">
      <dsp:nvSpPr>
        <dsp:cNvPr id="0" name=""/>
        <dsp:cNvSpPr/>
      </dsp:nvSpPr>
      <dsp:spPr>
        <a:xfrm>
          <a:off x="5615987" y="2897176"/>
          <a:ext cx="3357151" cy="2166113"/>
        </a:xfrm>
        <a:prstGeom prst="roundRect">
          <a:avLst/>
        </a:prstGeom>
        <a:solidFill>
          <a:schemeClr val="accent4">
            <a:hueOff val="-7238133"/>
            <a:satOff val="-10022"/>
            <a:lumOff val="-3294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ctr" defTabSz="2889250">
            <a:lnSpc>
              <a:spcPct val="90000"/>
            </a:lnSpc>
            <a:spcBef>
              <a:spcPct val="0"/>
            </a:spcBef>
            <a:spcAft>
              <a:spcPct val="35000"/>
            </a:spcAft>
            <a:buNone/>
          </a:pPr>
          <a:endParaRPr lang="en-US" sz="6500" kern="1200">
            <a:solidFill>
              <a:schemeClr val="tx1"/>
            </a:solidFill>
          </a:endParaRPr>
        </a:p>
      </dsp:txBody>
      <dsp:txXfrm>
        <a:off x="5721728" y="3002917"/>
        <a:ext cx="3145669" cy="1954631"/>
      </dsp:txXfrm>
    </dsp:sp>
  </dsp:spTree>
</dsp:drawing>
</file>

<file path=ppt/diagrams/layout1.xml><?xml version="1.0" encoding="utf-8"?>
<dgm:layoutDef xmlns:dgm="http://schemas.openxmlformats.org/drawingml/2006/diagram" xmlns:a="http://schemas.openxmlformats.org/drawingml/2006/main" uniqueId="urn:microsoft.com/office/officeart/2005/8/layout/hProcess4">
  <dgm:title val=""/>
  <dgm:desc val=""/>
  <dgm:catLst>
    <dgm:cat type="process"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composite"/>
    <dgm:shape xmlns:r="http://schemas.openxmlformats.org/officeDocument/2006/relationships" r:blip="">
      <dgm:adjLst/>
    </dgm:shape>
    <dgm:presOf/>
    <dgm:constrLst>
      <dgm:constr type="w" for="ch" forName="tSp" refType="w"/>
      <dgm:constr type="h" for="ch" forName="tSp" refType="h" fact="0.15"/>
      <dgm:constr type="l" for="ch" forName="tSp"/>
      <dgm:constr type="t" for="ch" forName="tSp"/>
      <dgm:constr type="w" for="ch" forName="bSp" refType="w"/>
      <dgm:constr type="h" for="ch" forName="bSp" refType="h" fact="0.15"/>
      <dgm:constr type="l" for="ch" forName="bSp"/>
      <dgm:constr type="t" for="ch" forName="bSp" refType="h" fact="0.85"/>
      <dgm:constr type="w" for="ch" forName="process" refType="w"/>
      <dgm:constr type="h" for="ch" forName="process" refType="h" fact="0.7"/>
      <dgm:constr type="l" for="ch" forName="process"/>
      <dgm:constr type="t" for="ch" forName="process" refType="h" fact="0.15"/>
    </dgm:constrLst>
    <dgm:ruleLst/>
    <dgm:layoutNode name="tSp">
      <dgm:alg type="sp"/>
      <dgm:shape xmlns:r="http://schemas.openxmlformats.org/officeDocument/2006/relationships" r:blip="">
        <dgm:adjLst/>
      </dgm:shape>
      <dgm:presOf/>
      <dgm:constrLst/>
      <dgm:ruleLst/>
    </dgm:layoutNode>
    <dgm:layoutNode name="bSp">
      <dgm:alg type="sp"/>
      <dgm:shape xmlns:r="http://schemas.openxmlformats.org/officeDocument/2006/relationships" r:blip="">
        <dgm:adjLst/>
      </dgm:shape>
      <dgm:presOf/>
      <dgm:constrLst/>
      <dgm:ruleLst/>
    </dgm:layoutNode>
    <dgm:layoutNode name="process">
      <dgm:choose name="Name1">
        <dgm:if name="Name2" func="var" arg="dir" op="equ" val="norm">
          <dgm:alg type="lin">
            <dgm:param type="linDir" val="fromL"/>
          </dgm:alg>
        </dgm:if>
        <dgm:else name="Name3">
          <dgm:alg type="lin">
            <dgm:param type="linDir" val="fromR"/>
          </dgm:alg>
        </dgm:else>
      </dgm:choose>
      <dgm:shape xmlns:r="http://schemas.openxmlformats.org/officeDocument/2006/relationships" r:blip="">
        <dgm:adjLst/>
      </dgm:shape>
      <dgm:presOf/>
      <dgm:constrLst>
        <dgm:constr type="w" for="ch" forName="composite1" refType="w"/>
        <dgm:constr type="w" for="ch" forName="composite2" refType="w" refFor="ch" refForName="composite1" op="equ"/>
        <dgm:constr type="h" for="ch" forName="composite1" refType="h"/>
        <dgm:constr type="h" for="ch" forName="composite2" refType="h" refFor="ch" refForName="composite1" op="equ"/>
        <dgm:constr type="primFontSz" for="des" forName="parentNode1" val="65"/>
        <dgm:constr type="primFontSz" for="des" forName="parentNode2" refType="primFontSz" refFor="des" refForName="parentNode1" op="equ"/>
        <dgm:constr type="secFontSz" for="des" forName="childNode1tx" val="65"/>
        <dgm:constr type="secFontSz" for="des" forName="childNode2tx" refType="secFontSz" refFor="des" refForName="childNode1tx" op="equ"/>
        <dgm:constr type="w" for="des" ptType="sibTrans" refType="w" refFor="ch" refForName="composite1" op="equ" fact="0.05"/>
      </dgm:constrLst>
      <dgm:ruleLst/>
      <dgm:forEach name="Name4" axis="ch" ptType="node" step="2">
        <dgm:layoutNode name="composite1">
          <dgm:alg type="composite">
            <dgm:param type="ar" val="0.943"/>
          </dgm:alg>
          <dgm:shape xmlns:r="http://schemas.openxmlformats.org/officeDocument/2006/relationships" r:blip="">
            <dgm:adjLst/>
          </dgm:shape>
          <dgm:presOf/>
          <dgm:choose name="Name5">
            <dgm:if name="Name6" func="var" arg="dir" op="equ" val="norm">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dgm:constr type="w" for="ch" forName="childNode1tx" refType="w" fact="0.9"/>
                <dgm:constr type="h" for="ch" forName="childNode1tx" refType="h" fact="0.55"/>
                <dgm:constr type="t" for="ch" forName="childNode1tx" refType="h" fact="0.15"/>
                <dgm:constr type="l" for="ch" forName="childNode1tx"/>
                <dgm:constr type="w" for="ch" forName="parentNode1" refType="w" fact="0.8"/>
                <dgm:constr type="h" for="ch" forName="parentNode1" refType="h" fact="0.3"/>
                <dgm:constr type="t" for="ch" forName="parentNode1" refType="h" fact="0.7"/>
                <dgm:constr type="l" for="ch" forName="parentNode1" refType="w" fact="0.2"/>
                <dgm:constr type="w" for="ch" forName="connSite1" refType="w" fact="0.01"/>
                <dgm:constr type="h" for="ch" forName="connSite1" refType="h" fact="0.01"/>
                <dgm:constr type="t" for="ch" forName="connSite1"/>
                <dgm:constr type="l" for="ch" forName="connSite1" refType="w" fact="0.35"/>
              </dgm:constrLst>
            </dgm:if>
            <dgm:else name="Name7">
              <dgm:constrLst>
                <dgm:constr type="h" refType="w" fact="1.06"/>
                <dgm:constr type="w" for="ch" forName="dummyNode1" refType="w"/>
                <dgm:constr type="h" for="ch" forName="dummyNode1" refType="h"/>
                <dgm:constr type="t" for="ch" forName="dummyNode1"/>
                <dgm:constr type="l" for="ch" forName="dummyNode1"/>
                <dgm:constr type="w" for="ch" forName="childNode1" refType="w" fact="0.9"/>
                <dgm:constr type="h" for="ch" forName="childNode1" refType="h" fact="0.7"/>
                <dgm:constr type="t" for="ch" forName="childNode1" refType="h" fact="0.15"/>
                <dgm:constr type="l" for="ch" forName="childNode1" refType="w" fact="0.1"/>
                <dgm:constr type="w" for="ch" forName="childNode1tx" refType="w" fact="0.9"/>
                <dgm:constr type="h" for="ch" forName="childNode1tx" refType="h" fact="0.55"/>
                <dgm:constr type="t" for="ch" forName="childNode1tx" refType="h" fact="0.15"/>
                <dgm:constr type="l" for="ch" forName="childNode1tx" refType="w" fact="0.1"/>
                <dgm:constr type="w" for="ch" forName="parentNode1" refType="w" fact="0.8"/>
                <dgm:constr type="h" for="ch" forName="parentNode1" refType="h" fact="0.3"/>
                <dgm:constr type="t" for="ch" forName="parentNode1" refType="h" fact="0.7"/>
                <dgm:constr type="l" for="ch" forName="parentNode1"/>
                <dgm:constr type="w" for="ch" forName="connSite1" refType="w" fact="0.01"/>
                <dgm:constr type="h" for="ch" forName="connSite1" refType="h" fact="0.01"/>
                <dgm:constr type="t" for="ch" forName="connSite1"/>
                <dgm:constr type="l" for="ch" forName="connSite1" refType="w" fact="0.65"/>
              </dgm:constrLst>
            </dgm:else>
          </dgm:choose>
          <dgm:ruleLst/>
          <dgm:layoutNode name="dummyNode1">
            <dgm:alg type="sp"/>
            <dgm:shape xmlns:r="http://schemas.openxmlformats.org/officeDocument/2006/relationships" type="rect" r:blip="" hideGeom="1">
              <dgm:adjLst/>
            </dgm:shape>
            <dgm:presOf/>
            <dgm:constrLst/>
            <dgm:ruleLst/>
          </dgm:layoutNode>
          <dgm:layoutNode name="childNode1"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1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1" styleLbl="node1">
            <dgm:varLst>
              <dgm:chMax val="1"/>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1" moveWith="childNode1">
            <dgm:alg type="sp"/>
            <dgm:shape xmlns:r="http://schemas.openxmlformats.org/officeDocument/2006/relationships" r:blip="">
              <dgm:adjLst/>
            </dgm:shape>
            <dgm:presOf/>
            <dgm:constrLst/>
            <dgm:ruleLst/>
          </dgm:layoutNode>
        </dgm:layoutNode>
        <dgm:forEach name="Name8" axis="followSib" ptType="sibTrans" cnt="1">
          <dgm:layoutNode name="Name9">
            <dgm:alg type="conn">
              <dgm:param type="connRout" val="curve"/>
              <dgm:param type="srcNode" val="parentNode1"/>
              <dgm:param type="dstNode" val="connSite2"/>
              <dgm:param type="begPts" val="bCtr"/>
              <dgm:param type="endPts" val="bCtr"/>
            </dgm:alg>
            <dgm:shape xmlns:r="http://schemas.openxmlformats.org/officeDocument/2006/relationships" type="conn" r:blip="" zOrderOff="-2">
              <dgm:adjLst/>
            </dgm:shape>
            <dgm:presOf axis="self"/>
            <dgm:choose name="Name10">
              <dgm:if name="Name11" func="var" arg="dir" op="equ" val="norm">
                <dgm:constrLst>
                  <dgm:constr type="h" refType="w" fact="0.35"/>
                  <dgm:constr type="wArH" refType="h"/>
                  <dgm:constr type="hArH" refType="h"/>
                  <dgm:constr type="connDist"/>
                  <dgm:constr type="diam" refType="connDist" fact="-1.15"/>
                  <dgm:constr type="begPad"/>
                  <dgm:constr type="endPad"/>
                </dgm:constrLst>
              </dgm:if>
              <dgm:else name="Name12">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name="Name13" axis="followSib" ptType="node" cnt="1">
          <dgm:layoutNode name="composite2">
            <dgm:alg type="composite">
              <dgm:param type="ar" val="0.943"/>
            </dgm:alg>
            <dgm:shape xmlns:r="http://schemas.openxmlformats.org/officeDocument/2006/relationships" r:blip="">
              <dgm:adjLst/>
            </dgm:shape>
            <dgm:presOf/>
            <dgm:choose name="Name14">
              <dgm:if name="Name15" func="var" arg="dir" op="equ" val="norm">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dgm:constr type="w" for="ch" forName="childNode2tx" refType="w" fact="0.9"/>
                  <dgm:constr type="h" for="ch" forName="childNode2tx" refType="h" fact="0.55"/>
                  <dgm:constr type="t" for="ch" forName="childNode2tx" refType="h" fact="0.3"/>
                  <dgm:constr type="l" for="ch" forName="childNode2tx"/>
                  <dgm:constr type="w" for="ch" forName="parentNode2" refType="w" fact="0.8"/>
                  <dgm:constr type="h" for="ch" forName="parentNode2" refType="h" fact="0.3"/>
                  <dgm:constr type="t" for="ch" forName="parentNode2"/>
                  <dgm:constr type="l" for="ch" forName="parentNode2" refType="w" fact="0.2"/>
                  <dgm:constr type="w" for="ch" forName="connSite2" refType="w" fact="0.01"/>
                  <dgm:constr type="h" for="ch" forName="connSite2" refType="h" fact="0.01"/>
                  <dgm:constr type="t" for="ch" forName="connSite2" refType="h" fact="0.99"/>
                  <dgm:constr type="l" for="ch" forName="connSite2" refType="w" fact="0.25"/>
                </dgm:constrLst>
              </dgm:if>
              <dgm:else name="Name16">
                <dgm:constrLst>
                  <dgm:constr type="h" refType="w" fact="1.06"/>
                  <dgm:constr type="w" for="ch" forName="dummyNode2" refType="w"/>
                  <dgm:constr type="h" for="ch" forName="dummyNode2" refType="h"/>
                  <dgm:constr type="t" for="ch" forName="dummyNode2"/>
                  <dgm:constr type="l" for="ch" forName="dummyNode2"/>
                  <dgm:constr type="w" for="ch" forName="childNode2" refType="w" fact="0.9"/>
                  <dgm:constr type="h" for="ch" forName="childNode2" refType="h" fact="0.7"/>
                  <dgm:constr type="t" for="ch" forName="childNode2" refType="h" fact="0.15"/>
                  <dgm:constr type="l" for="ch" forName="childNode2" refType="w" fact="0.1"/>
                  <dgm:constr type="w" for="ch" forName="childNode2tx" refType="w" fact="0.9"/>
                  <dgm:constr type="h" for="ch" forName="childNode2tx" refType="h" fact="0.55"/>
                  <dgm:constr type="t" for="ch" forName="childNode2tx" refType="h" fact="0.3"/>
                  <dgm:constr type="l" for="ch" forName="childNode2tx" refType="w" fact="0.1"/>
                  <dgm:constr type="w" for="ch" forName="parentNode2" refType="w" fact="0.8"/>
                  <dgm:constr type="h" for="ch" forName="parentNode2" refType="h" fact="0.3"/>
                  <dgm:constr type="t" for="ch" forName="parentNode2"/>
                  <dgm:constr type="l" for="ch" forName="parentNode2"/>
                  <dgm:constr type="w" for="ch" forName="connSite2" refType="w" fact="0.01"/>
                  <dgm:constr type="h" for="ch" forName="connSite2" refType="h" fact="0.01"/>
                  <dgm:constr type="t" for="ch" forName="connSite2" refType="h" fact="0.99"/>
                  <dgm:constr type="l" for="ch" forName="connSite2" refType="w" fact="0.85"/>
                </dgm:constrLst>
              </dgm:else>
            </dgm:choose>
            <dgm:ruleLst/>
            <dgm:layoutNode name="dummyNode2">
              <dgm:alg type="sp"/>
              <dgm:shape xmlns:r="http://schemas.openxmlformats.org/officeDocument/2006/relationships" type="rect" r:blip="" hideGeom="1">
                <dgm:adjLst/>
              </dgm:shape>
              <dgm:presOf/>
              <dgm:constrLst/>
              <dgm:ruleLst/>
            </dgm:layoutNode>
            <dgm:layoutNode name="childNode2" styleLbl="bgAcc1">
              <dgm:varLst>
                <dgm:bulletEnabled val="1"/>
              </dgm:varLst>
              <dgm:alg type="sp"/>
              <dgm:shape xmlns:r="http://schemas.openxmlformats.org/officeDocument/2006/relationships" type="roundRect" r:blip="">
                <dgm:adjLst>
                  <dgm:adj idx="1" val="0.1"/>
                </dgm:adjLst>
              </dgm:shape>
              <dgm:presOf axis="des" ptType="node"/>
              <dgm:constrLst/>
              <dgm:ruleLst/>
            </dgm:layoutNode>
            <dgm:layoutNode name="childNode2tx" styleLbl="bgAcc1">
              <dgm:varLst>
                <dgm:bulletEnabled val="1"/>
              </dgm:varLst>
              <dgm:alg type="tx">
                <dgm:param type="stBulletLvl" val="1"/>
              </dgm:alg>
              <dgm:shape xmlns:r="http://schemas.openxmlformats.org/officeDocument/2006/relationships" type="roundRect" r:blip="" hideGeom="1">
                <dgm:adjLst>
                  <dgm:adj idx="1" val="0.1"/>
                </dgm:adjLst>
              </dgm:shape>
              <dgm:presOf axis="des" ptType="node"/>
              <dgm:constrLst>
                <dgm:constr type="secFontSz" val="65"/>
                <dgm:constr type="primFontSz" refType="secFontSz"/>
                <dgm:constr type="tMarg" refType="secFontSz" fact="0.15"/>
                <dgm:constr type="bMarg" refType="secFontSz" fact="0.15"/>
                <dgm:constr type="lMarg" refType="secFontSz" fact="0.15"/>
                <dgm:constr type="rMarg" refType="secFontSz" fact="0.15"/>
              </dgm:constrLst>
              <dgm:ruleLst>
                <dgm:rule type="secFontSz" val="5" fact="NaN" max="NaN"/>
              </dgm:ruleLst>
            </dgm:layoutNode>
            <dgm:layoutNode name="parentNode2" styleLbl="node1">
              <dgm:varLst>
                <dgm:chMax val="0"/>
                <dgm:bulletEnabled val="1"/>
              </dgm:varLst>
              <dgm:alg type="tx"/>
              <dgm:shape xmlns:r="http://schemas.openxmlformats.org/officeDocument/2006/relationships" type="roundRect" r:blip="">
                <dgm:adjLst>
                  <dgm:adj idx="1" val="0.1"/>
                </dgm:adjLst>
              </dgm:shape>
              <dgm:presOf axis="self"/>
              <dgm:constrLst>
                <dgm:constr type="tMarg" refType="primFontSz" fact="0.1"/>
                <dgm:constr type="bMarg" refType="primFontSz" fact="0.1"/>
                <dgm:constr type="lMarg" refType="primFontSz" fact="0.15"/>
                <dgm:constr type="rMarg" refType="primFontSz" fact="0.15"/>
              </dgm:constrLst>
              <dgm:ruleLst>
                <dgm:rule type="primFontSz" val="5" fact="NaN" max="NaN"/>
              </dgm:ruleLst>
            </dgm:layoutNode>
            <dgm:layoutNode name="connSite2" moveWith="childNode2">
              <dgm:alg type="sp"/>
              <dgm:shape xmlns:r="http://schemas.openxmlformats.org/officeDocument/2006/relationships" r:blip="">
                <dgm:adjLst/>
              </dgm:shape>
              <dgm:presOf/>
              <dgm:constrLst/>
              <dgm:ruleLst/>
            </dgm:layoutNode>
          </dgm:layoutNode>
          <dgm:forEach name="Name17" axis="followSib" ptType="sibTrans" cnt="1">
            <dgm:layoutNode name="Name18">
              <dgm:alg type="conn">
                <dgm:param type="connRout" val="curve"/>
                <dgm:param type="srcNode" val="parentNode2"/>
                <dgm:param type="dstNode" val="connSite1"/>
                <dgm:param type="begPts" val="tCtr"/>
                <dgm:param type="endPts" val="tCtr"/>
              </dgm:alg>
              <dgm:shape xmlns:r="http://schemas.openxmlformats.org/officeDocument/2006/relationships" type="conn" r:blip="" zOrderOff="-2">
                <dgm:adjLst/>
              </dgm:shape>
              <dgm:presOf axis="self"/>
              <dgm:choose name="Name19">
                <dgm:if name="Name20" func="var" arg="dir" op="equ" val="norm">
                  <dgm:constrLst>
                    <dgm:constr type="h" refType="w" fact="0.35"/>
                    <dgm:constr type="wArH" refType="h"/>
                    <dgm:constr type="hArH" refType="h"/>
                    <dgm:constr type="connDist"/>
                    <dgm:constr type="diam" refType="connDist" fact="1.15"/>
                    <dgm:constr type="begPad"/>
                    <dgm:constr type="endPad"/>
                  </dgm:constrLst>
                </dgm:if>
                <dgm:else name="Name21">
                  <dgm:constrLst>
                    <dgm:constr type="h" refType="w" fact="0.35"/>
                    <dgm:constr type="wArH" refType="h"/>
                    <dgm:constr type="hArH" refType="h"/>
                    <dgm:constr type="connDist"/>
                    <dgm:constr type="diam" refType="connDist" fact="-1.15"/>
                    <dgm:constr type="begPad"/>
                    <dgm:constr type="endPad"/>
                  </dgm:constrLst>
                </dgm:else>
              </dgm:choose>
              <dgm:ruleLst/>
            </dgm:layoutNode>
          </dgm:forEach>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matrix2">
  <dgm:title val=""/>
  <dgm:desc val=""/>
  <dgm:catLst>
    <dgm:cat type="matrix" pri="3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0" destOrd="0"/>
        <dgm:cxn modelId="8" srcId="0" destId="4" srcOrd="1" destOrd="0"/>
      </dgm:cxnLst>
      <dgm:bg/>
      <dgm:whole/>
    </dgm:dataModel>
  </dgm:sampData>
  <dgm:styleData useDef="1">
    <dgm:dataModel>
      <dgm:ptLst/>
      <dgm:bg/>
      <dgm:whole/>
    </dgm:dataModel>
  </dgm:styleData>
  <dgm:clrData useDef="1">
    <dgm:dataModel>
      <dgm:ptLst/>
      <dgm:bg/>
      <dgm:whole/>
    </dgm:dataModel>
  </dgm:clrData>
  <dgm:layoutNode name="matrix">
    <dgm:varLst>
      <dgm:chMax val="1"/>
      <dgm:dir/>
      <dgm:resizeHandles val="exact"/>
    </dgm:varLst>
    <dgm:alg type="composite">
      <dgm:param type="ar" val="1"/>
    </dgm:alg>
    <dgm:shape xmlns:r="http://schemas.openxmlformats.org/officeDocument/2006/relationships" r:blip="">
      <dgm:adjLst/>
    </dgm:shape>
    <dgm:presOf/>
    <dgm:choose name="Name0">
      <dgm:if name="Name1" func="var" arg="dir" op="equ" val="norm">
        <dgm:constrLst>
          <dgm:constr type="primFontSz" for="ch" ptType="node" op="equ" val="65"/>
          <dgm:constr type="w" for="ch" forName="axisShape" refType="w"/>
          <dgm:constr type="h" for="ch" forName="axisShape" refType="h"/>
          <dgm:constr type="w" for="ch" forName="rect1" refType="w" fact="0.4"/>
          <dgm:constr type="h" for="ch" forName="rect1" refType="w" fact="0.4"/>
          <dgm:constr type="l" for="ch" forName="rect1" refType="w" fact="0.065"/>
          <dgm:constr type="t" for="ch" forName="rect1" refType="h" fact="0.065"/>
          <dgm:constr type="w" for="ch" forName="rect2" refType="w" fact="0.4"/>
          <dgm:constr type="h" for="ch" forName="rect2" refType="h" fact="0.4"/>
          <dgm:constr type="r" for="ch" forName="rect2" refType="w" fact="0.935"/>
          <dgm:constr type="t" for="ch" forName="rect2" refType="h" fact="0.065"/>
          <dgm:constr type="w" for="ch" forName="rect3" refType="w" fact="0.4"/>
          <dgm:constr type="h" for="ch" forName="rect3" refType="w" fact="0.4"/>
          <dgm:constr type="l" for="ch" forName="rect3" refType="w" fact="0.065"/>
          <dgm:constr type="b" for="ch" forName="rect3" refType="h" fact="0.935"/>
          <dgm:constr type="w" for="ch" forName="rect4" refType="w" fact="0.4"/>
          <dgm:constr type="h" for="ch" forName="rect4" refType="h" fact="0.4"/>
          <dgm:constr type="r" for="ch" forName="rect4" refType="w" fact="0.935"/>
          <dgm:constr type="b" for="ch" forName="rect4" refType="h" fact="0.935"/>
        </dgm:constrLst>
      </dgm:if>
      <dgm:else name="Name2">
        <dgm:constrLst>
          <dgm:constr type="primFontSz" for="ch" ptType="node" op="equ" val="65"/>
          <dgm:constr type="w" for="ch" forName="axisShape" refType="w"/>
          <dgm:constr type="h" for="ch" forName="axisShape" refType="h"/>
          <dgm:constr type="w" for="ch" forName="rect1" refType="w" fact="0.4"/>
          <dgm:constr type="h" for="ch" forName="rect1" refType="w" fact="0.4"/>
          <dgm:constr type="r" for="ch" forName="rect1" refType="w" fact="0.935"/>
          <dgm:constr type="t" for="ch" forName="rect1" refType="h" fact="0.065"/>
          <dgm:constr type="w" for="ch" forName="rect2" refType="w" fact="0.4"/>
          <dgm:constr type="h" for="ch" forName="rect2" refType="h" fact="0.4"/>
          <dgm:constr type="l" for="ch" forName="rect2" refType="w" fact="0.065"/>
          <dgm:constr type="t" for="ch" forName="rect2" refType="h" fact="0.065"/>
          <dgm:constr type="w" for="ch" forName="rect3" refType="w" fact="0.4"/>
          <dgm:constr type="h" for="ch" forName="rect3" refType="w" fact="0.4"/>
          <dgm:constr type="r" for="ch" forName="rect3" refType="w" fact="0.935"/>
          <dgm:constr type="b" for="ch" forName="rect3" refType="h" fact="0.935"/>
          <dgm:constr type="w" for="ch" forName="rect4" refType="w" fact="0.4"/>
          <dgm:constr type="h" for="ch" forName="rect4" refType="h" fact="0.4"/>
          <dgm:constr type="l" for="ch" forName="rect4" refType="w" fact="0.065"/>
          <dgm:constr type="b" for="ch" forName="rect4" refType="h" fact="0.935"/>
        </dgm:constrLst>
      </dgm:else>
    </dgm:choose>
    <dgm:ruleLst/>
    <dgm:choose name="Name3">
      <dgm:if name="Name4" axis="ch" ptType="node" func="cnt" op="gte" val="1">
        <dgm:layoutNode name="axisShape" styleLbl="bgShp">
          <dgm:alg type="sp"/>
          <dgm:shape xmlns:r="http://schemas.openxmlformats.org/officeDocument/2006/relationships" type="quadArrow" r:blip="">
            <dgm:adjLst>
              <dgm:adj idx="1" val="0.02"/>
              <dgm:adj idx="2" val="0.04"/>
              <dgm:adj idx="3" val="0.05"/>
            </dgm:adjLst>
          </dgm:shape>
          <dgm:presOf/>
          <dgm:constrLst/>
          <dgm:ruleLst/>
        </dgm:layoutNode>
        <dgm:layoutNode name="rect1">
          <dgm:varLst>
            <dgm:chMax val="0"/>
            <dgm:chPref val="0"/>
            <dgm:bulletEnabled val="1"/>
          </dgm:varLst>
          <dgm:alg type="tx"/>
          <dgm:shape xmlns:r="http://schemas.openxmlformats.org/officeDocument/2006/relationships" type="roundRect"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rect2">
          <dgm:varLst>
            <dgm:chMax val="0"/>
            <dgm:chPref val="0"/>
            <dgm:bulletEnabled val="1"/>
          </dgm:varLst>
          <dgm:alg type="tx"/>
          <dgm:shape xmlns:r="http://schemas.openxmlformats.org/officeDocument/2006/relationships" type="roundRect" r:blip="">
            <dgm:adjLst/>
          </dgm:shape>
          <dgm:presOf axis="ch desOrSelf" ptType="node node" st="2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rect3">
          <dgm:varLst>
            <dgm:chMax val="0"/>
            <dgm:chPref val="0"/>
            <dgm:bulletEnabled val="1"/>
          </dgm:varLst>
          <dgm:alg type="tx"/>
          <dgm:shape xmlns:r="http://schemas.openxmlformats.org/officeDocument/2006/relationships" type="roundRect" r:blip="">
            <dgm:adjLst/>
          </dgm:shape>
          <dgm:presOf axis="ch desOrSelf" ptType="node node" st="3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rect4">
          <dgm:varLst>
            <dgm:chMax val="0"/>
            <dgm:chPref val="0"/>
            <dgm:bulletEnabled val="1"/>
          </dgm:varLst>
          <dgm:alg type="tx"/>
          <dgm:shape xmlns:r="http://schemas.openxmlformats.org/officeDocument/2006/relationships" type="roundRect" r:blip="">
            <dgm:adjLst/>
          </dgm:shape>
          <dgm:presOf axis="ch desOrSelf" ptType="node node" st="4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5"/>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defTabSz="608853"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defTabSz="608853">
              <a:defRPr sz="1200">
                <a:latin typeface="Calibri" charset="0"/>
              </a:defRPr>
            </a:lvl1pPr>
          </a:lstStyle>
          <a:p>
            <a:pPr>
              <a:defRPr/>
            </a:pPr>
            <a:fld id="{C3FEF5C1-BBCC-3D42-B35E-B39626702928}" type="datetime1">
              <a:rPr lang="en-US"/>
              <a:pPr>
                <a:defRPr/>
              </a:pPr>
              <a:t>6/25/2025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defTabSz="608853" fontAlgn="auto">
              <a:spcBef>
                <a:spcPts val="0"/>
              </a:spcBef>
              <a:spcAft>
                <a:spcPts val="0"/>
              </a:spcAft>
              <a:defRPr sz="1200">
                <a:latin typeface="+mn-lt"/>
                <a:ea typeface="+mn-ea"/>
                <a:cs typeface="+mn-cs"/>
              </a:defRPr>
            </a:lvl1pPr>
          </a:lstStyle>
          <a:p>
            <a:pPr>
              <a:defRPr/>
            </a:pPr>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defTabSz="608853">
              <a:defRPr sz="1200">
                <a:latin typeface="Calibri" charset="0"/>
              </a:defRPr>
            </a:lvl1pPr>
          </a:lstStyle>
          <a:p>
            <a:pPr>
              <a:defRPr/>
            </a:pPr>
            <a:fld id="{8A150AC2-2CAD-684B-9F3A-46AC5E45B09D}" type="slidenum">
              <a:rPr lang="en-US"/>
              <a:pPr>
                <a:defRPr/>
              </a:pPr>
              <a:t>‹#›</a:t>
            </a:fld>
            <a:endParaRPr lang="en-US"/>
          </a:p>
        </p:txBody>
      </p:sp>
    </p:spTree>
    <p:extLst>
      <p:ext uri="{BB962C8B-B14F-4D97-AF65-F5344CB8AC3E}">
        <p14:creationId xmlns:p14="http://schemas.microsoft.com/office/powerpoint/2010/main" val="3746699735"/>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defTabSz="608853"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defTabSz="608853">
              <a:defRPr sz="1200">
                <a:latin typeface="Calibri" charset="0"/>
              </a:defRPr>
            </a:lvl1pPr>
          </a:lstStyle>
          <a:p>
            <a:pPr>
              <a:defRPr/>
            </a:pPr>
            <a:fld id="{D61C9CD6-F72A-9E47-BFED-E6FD178FFA7B}" type="datetime1">
              <a:rPr lang="en-US"/>
              <a:pPr>
                <a:defRPr/>
              </a:pPr>
              <a:t>6/25/2025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defTabSz="608853"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defTabSz="608853">
              <a:defRPr sz="1200">
                <a:latin typeface="Calibri" charset="0"/>
              </a:defRPr>
            </a:lvl1pPr>
          </a:lstStyle>
          <a:p>
            <a:pPr>
              <a:defRPr/>
            </a:pPr>
            <a:fld id="{B254687C-0F63-C543-8A00-A10F948442DF}" type="slidenum">
              <a:rPr lang="en-US"/>
              <a:pPr>
                <a:defRPr/>
              </a:pPr>
              <a:t>‹#›</a:t>
            </a:fld>
            <a:endParaRPr lang="en-US"/>
          </a:p>
        </p:txBody>
      </p:sp>
    </p:spTree>
    <p:extLst>
      <p:ext uri="{BB962C8B-B14F-4D97-AF65-F5344CB8AC3E}">
        <p14:creationId xmlns:p14="http://schemas.microsoft.com/office/powerpoint/2010/main" val="2363171003"/>
      </p:ext>
    </p:extLst>
  </p:cSld>
  <p:clrMap bg1="lt1" tx1="dk1" bg2="lt2" tx2="dk2" accent1="accent1" accent2="accent2" accent3="accent3" accent4="accent4" accent5="accent5" accent6="accent6" hlink="hlink" folHlink="folHlink"/>
  <p:hf hdr="0" ftr="0" dt="0"/>
  <p:notesStyle>
    <a:lvl1pPr algn="l" defTabSz="608013" rtl="0" eaLnBrk="0" fontAlgn="base" hangingPunct="0">
      <a:spcBef>
        <a:spcPct val="30000"/>
      </a:spcBef>
      <a:spcAft>
        <a:spcPct val="0"/>
      </a:spcAft>
      <a:defRPr sz="1600" kern="1200">
        <a:solidFill>
          <a:schemeClr val="tx1"/>
        </a:solidFill>
        <a:latin typeface="+mn-lt"/>
        <a:ea typeface="ＭＳ Ｐゴシック" charset="0"/>
        <a:cs typeface="ＭＳ Ｐゴシック" charset="0"/>
      </a:defRPr>
    </a:lvl1pPr>
    <a:lvl2pPr marL="608013" algn="l" defTabSz="608013" rtl="0" eaLnBrk="0" fontAlgn="base" hangingPunct="0">
      <a:spcBef>
        <a:spcPct val="30000"/>
      </a:spcBef>
      <a:spcAft>
        <a:spcPct val="0"/>
      </a:spcAft>
      <a:defRPr sz="1600" kern="1200">
        <a:solidFill>
          <a:schemeClr val="tx1"/>
        </a:solidFill>
        <a:latin typeface="+mn-lt"/>
        <a:ea typeface="ＭＳ Ｐゴシック" charset="0"/>
        <a:cs typeface="+mn-cs"/>
      </a:defRPr>
    </a:lvl2pPr>
    <a:lvl3pPr marL="1217613" algn="l" defTabSz="608013" rtl="0" eaLnBrk="0" fontAlgn="base" hangingPunct="0">
      <a:spcBef>
        <a:spcPct val="30000"/>
      </a:spcBef>
      <a:spcAft>
        <a:spcPct val="0"/>
      </a:spcAft>
      <a:defRPr sz="1600" kern="1200">
        <a:solidFill>
          <a:schemeClr val="tx1"/>
        </a:solidFill>
        <a:latin typeface="+mn-lt"/>
        <a:ea typeface="ＭＳ Ｐゴシック" charset="0"/>
        <a:cs typeface="+mn-cs"/>
      </a:defRPr>
    </a:lvl3pPr>
    <a:lvl4pPr marL="1825625" algn="l" defTabSz="608013" rtl="0" eaLnBrk="0" fontAlgn="base" hangingPunct="0">
      <a:spcBef>
        <a:spcPct val="30000"/>
      </a:spcBef>
      <a:spcAft>
        <a:spcPct val="0"/>
      </a:spcAft>
      <a:defRPr sz="1600" kern="1200">
        <a:solidFill>
          <a:schemeClr val="tx1"/>
        </a:solidFill>
        <a:latin typeface="+mn-lt"/>
        <a:ea typeface="ＭＳ Ｐゴシック" charset="0"/>
        <a:cs typeface="+mn-cs"/>
      </a:defRPr>
    </a:lvl4pPr>
    <a:lvl5pPr marL="2435225" algn="l" defTabSz="608013" rtl="0" eaLnBrk="0" fontAlgn="base" hangingPunct="0">
      <a:spcBef>
        <a:spcPct val="30000"/>
      </a:spcBef>
      <a:spcAft>
        <a:spcPct val="0"/>
      </a:spcAft>
      <a:defRPr sz="1600" kern="1200">
        <a:solidFill>
          <a:schemeClr val="tx1"/>
        </a:solidFill>
        <a:latin typeface="+mn-lt"/>
        <a:ea typeface="ＭＳ Ｐゴシック" charset="0"/>
        <a:cs typeface="+mn-cs"/>
      </a:defRPr>
    </a:lvl5pPr>
    <a:lvl6pPr marL="3044266" algn="l" defTabSz="608853" rtl="0" eaLnBrk="1" latinLnBrk="0" hangingPunct="1">
      <a:defRPr sz="1600" kern="1200">
        <a:solidFill>
          <a:schemeClr val="tx1"/>
        </a:solidFill>
        <a:latin typeface="+mn-lt"/>
        <a:ea typeface="+mn-ea"/>
        <a:cs typeface="+mn-cs"/>
      </a:defRPr>
    </a:lvl6pPr>
    <a:lvl7pPr marL="3653119" algn="l" defTabSz="608853" rtl="0" eaLnBrk="1" latinLnBrk="0" hangingPunct="1">
      <a:defRPr sz="1600" kern="1200">
        <a:solidFill>
          <a:schemeClr val="tx1"/>
        </a:solidFill>
        <a:latin typeface="+mn-lt"/>
        <a:ea typeface="+mn-ea"/>
        <a:cs typeface="+mn-cs"/>
      </a:defRPr>
    </a:lvl7pPr>
    <a:lvl8pPr marL="4261973" algn="l" defTabSz="608853" rtl="0" eaLnBrk="1" latinLnBrk="0" hangingPunct="1">
      <a:defRPr sz="1600" kern="1200">
        <a:solidFill>
          <a:schemeClr val="tx1"/>
        </a:solidFill>
        <a:latin typeface="+mn-lt"/>
        <a:ea typeface="+mn-ea"/>
        <a:cs typeface="+mn-cs"/>
      </a:defRPr>
    </a:lvl8pPr>
    <a:lvl9pPr marL="4870826" algn="l" defTabSz="608853" rtl="0" eaLnBrk="1" latinLnBrk="0" hangingPunct="1">
      <a:defRPr sz="16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pPr>
              <a:buNone/>
            </a:pPr>
            <a:r>
              <a:rPr lang="es-MX" b="1"/>
              <a:t>Fase: Prepare </a:t>
            </a:r>
            <a:r>
              <a:rPr lang="es-MX" b="1" err="1"/>
              <a:t>for</a:t>
            </a:r>
            <a:r>
              <a:rPr lang="es-MX" b="1"/>
              <a:t> </a:t>
            </a:r>
            <a:r>
              <a:rPr lang="es-MX" b="1" err="1"/>
              <a:t>Implementation</a:t>
            </a:r>
            <a:endParaRPr lang="es-MX" b="1"/>
          </a:p>
          <a:p>
            <a:pPr>
              <a:buNone/>
            </a:pPr>
            <a:endParaRPr lang="es-MX" b="1"/>
          </a:p>
          <a:p>
            <a:pPr>
              <a:buNone/>
            </a:pPr>
            <a:r>
              <a:rPr lang="es-MX" b="1"/>
              <a:t>Ubicación en ASUM-DM:</a:t>
            </a:r>
            <a:r>
              <a:rPr lang="es-MX"/>
              <a:t> </a:t>
            </a:r>
            <a:r>
              <a:rPr lang="es-MX" err="1"/>
              <a:t>Analyze</a:t>
            </a:r>
            <a:r>
              <a:rPr lang="es-MX"/>
              <a:t>-</a:t>
            </a:r>
            <a:r>
              <a:rPr lang="es-MX" err="1"/>
              <a:t>Design</a:t>
            </a:r>
            <a:r>
              <a:rPr lang="es-MX"/>
              <a:t>-Configure &amp; </a:t>
            </a:r>
            <a:r>
              <a:rPr lang="es-MX" err="1"/>
              <a:t>Build</a:t>
            </a:r>
            <a:r>
              <a:rPr lang="es-MX"/>
              <a:t> → Prepare </a:t>
            </a:r>
            <a:r>
              <a:rPr lang="es-MX" err="1"/>
              <a:t>for</a:t>
            </a:r>
            <a:r>
              <a:rPr lang="es-MX"/>
              <a:t> </a:t>
            </a:r>
            <a:r>
              <a:rPr lang="es-MX" err="1"/>
              <a:t>Implementation</a:t>
            </a:r>
            <a:endParaRPr lang="es-MX"/>
          </a:p>
          <a:p>
            <a:pPr>
              <a:buNone/>
            </a:pPr>
            <a:r>
              <a:rPr lang="es-MX"/>
              <a:t>Esta actividad marca el </a:t>
            </a:r>
            <a:r>
              <a:rPr lang="es-MX" b="1"/>
              <a:t>inicio formal de la ejecución del proyecto analítico</a:t>
            </a:r>
            <a:r>
              <a:rPr lang="es-MX"/>
              <a:t>, asegurando que todos los componentes —humanos, técnicos y organizativos— estén alineados y listos para avanzar. Su foco está en la </a:t>
            </a:r>
            <a:r>
              <a:rPr lang="es-MX" b="1"/>
              <a:t>planificación detallada</a:t>
            </a:r>
            <a:r>
              <a:rPr lang="es-MX"/>
              <a:t>, la definición de expectativas, y la configuración del equipo y recursos necesarios para la implementación.</a:t>
            </a:r>
          </a:p>
          <a:p>
            <a:pPr>
              <a:buNone/>
            </a:pPr>
            <a:endParaRPr lang="es-MX"/>
          </a:p>
          <a:p>
            <a:pPr>
              <a:buNone/>
            </a:pPr>
            <a:r>
              <a:rPr lang="es-MX" b="1"/>
              <a:t>Tareas Clave</a:t>
            </a:r>
          </a:p>
          <a:p>
            <a:pPr>
              <a:buNone/>
            </a:pPr>
            <a:endParaRPr lang="es-MX" b="1"/>
          </a:p>
          <a:p>
            <a:pPr>
              <a:buNone/>
            </a:pPr>
            <a:r>
              <a:rPr lang="es-MX" b="1" err="1"/>
              <a:t>Liaise</a:t>
            </a:r>
            <a:r>
              <a:rPr lang="es-MX" b="1"/>
              <a:t> </a:t>
            </a:r>
            <a:r>
              <a:rPr lang="es-MX" b="1" err="1"/>
              <a:t>with</a:t>
            </a:r>
            <a:r>
              <a:rPr lang="es-MX" b="1"/>
              <a:t> Sales and </a:t>
            </a:r>
            <a:r>
              <a:rPr lang="es-MX" b="1" err="1"/>
              <a:t>Review</a:t>
            </a:r>
            <a:r>
              <a:rPr lang="es-MX" b="1"/>
              <a:t> Project </a:t>
            </a:r>
            <a:r>
              <a:rPr lang="es-MX" b="1" err="1"/>
              <a:t>Details</a:t>
            </a:r>
            <a:endParaRPr lang="es-MX" b="1"/>
          </a:p>
          <a:p>
            <a:pPr>
              <a:buNone/>
            </a:pPr>
            <a:endParaRPr lang="es-MX" b="1"/>
          </a:p>
          <a:p>
            <a:pPr>
              <a:buFont typeface="Arial" panose="020B0604020202020204" pitchFamily="34" charset="0"/>
              <a:buChar char="•"/>
            </a:pPr>
            <a:r>
              <a:rPr lang="es-MX" b="1"/>
              <a:t>Objetivo:</a:t>
            </a:r>
            <a:r>
              <a:rPr lang="es-MX"/>
              <a:t> Realizar una reunión con el equipo de ventas para alinear expectativas del cliente, supuestos clave, personalidades involucradas y puntos de apalancamiento.</a:t>
            </a:r>
          </a:p>
          <a:p>
            <a:pPr>
              <a:buFont typeface="Arial" panose="020B0604020202020204" pitchFamily="34" charset="0"/>
              <a:buChar char="•"/>
            </a:pPr>
            <a:r>
              <a:rPr lang="es-MX" b="1"/>
              <a:t>Valor:</a:t>
            </a:r>
            <a:r>
              <a:rPr lang="es-MX"/>
              <a:t> Facilita la comprensión profunda del cliente y previene malentendidos en etapas posteriores.</a:t>
            </a:r>
          </a:p>
          <a:p>
            <a:pPr>
              <a:buFont typeface="Arial" panose="020B0604020202020204" pitchFamily="34" charset="0"/>
              <a:buChar char="•"/>
            </a:pPr>
            <a:r>
              <a:rPr lang="es-MX" b="1"/>
              <a:t>Roles clave:</a:t>
            </a:r>
            <a:endParaRPr lang="es-MX"/>
          </a:p>
          <a:p>
            <a:pPr marL="742950" lvl="1" indent="-285750">
              <a:buFont typeface="Arial" panose="020B0604020202020204" pitchFamily="34" charset="0"/>
              <a:buChar char="•"/>
            </a:pPr>
            <a:r>
              <a:rPr lang="es-MX"/>
              <a:t>Data </a:t>
            </a:r>
            <a:r>
              <a:rPr lang="es-MX" err="1"/>
              <a:t>Scientist</a:t>
            </a:r>
            <a:endParaRPr lang="es-MX"/>
          </a:p>
          <a:p>
            <a:pPr marL="742950" lvl="1" indent="-285750">
              <a:buFont typeface="Arial" panose="020B0604020202020204" pitchFamily="34" charset="0"/>
              <a:buChar char="•"/>
            </a:pPr>
            <a:r>
              <a:rPr lang="es-MX"/>
              <a:t>Enterprise </a:t>
            </a:r>
            <a:r>
              <a:rPr lang="es-MX" err="1"/>
              <a:t>Architect</a:t>
            </a:r>
            <a:endParaRPr lang="es-MX"/>
          </a:p>
          <a:p>
            <a:pPr marL="742950" lvl="1" indent="-285750">
              <a:buFont typeface="Arial" panose="020B0604020202020204" pitchFamily="34" charset="0"/>
              <a:buChar char="•"/>
            </a:pPr>
            <a:r>
              <a:rPr lang="es-MX"/>
              <a:t>SPSS Project Manager</a:t>
            </a:r>
          </a:p>
          <a:p>
            <a:pPr marL="457200" lvl="1" indent="0">
              <a:buFont typeface="Arial" panose="020B0604020202020204" pitchFamily="34" charset="0"/>
              <a:buNone/>
            </a:pPr>
            <a:endParaRPr lang="es-MX"/>
          </a:p>
          <a:p>
            <a:pPr>
              <a:buNone/>
            </a:pPr>
            <a:r>
              <a:rPr lang="es-MX" b="1" err="1"/>
              <a:t>Identify</a:t>
            </a:r>
            <a:r>
              <a:rPr lang="es-MX" b="1"/>
              <a:t> </a:t>
            </a:r>
            <a:r>
              <a:rPr lang="es-MX" b="1" err="1"/>
              <a:t>Resources</a:t>
            </a:r>
            <a:endParaRPr lang="es-MX" b="1"/>
          </a:p>
          <a:p>
            <a:pPr>
              <a:buNone/>
            </a:pPr>
            <a:endParaRPr lang="es-MX" b="1"/>
          </a:p>
          <a:p>
            <a:pPr>
              <a:buFont typeface="Arial" panose="020B0604020202020204" pitchFamily="34" charset="0"/>
              <a:buChar char="•"/>
            </a:pPr>
            <a:r>
              <a:rPr lang="es-MX" b="1"/>
              <a:t>Objetivo:</a:t>
            </a:r>
            <a:r>
              <a:rPr lang="es-MX"/>
              <a:t> Identificar los recursos adecuados —humanos, tecnológicos y financieros— que serán necesarios durante la implementación.</a:t>
            </a:r>
          </a:p>
          <a:p>
            <a:pPr>
              <a:buFont typeface="Arial" panose="020B0604020202020204" pitchFamily="34" charset="0"/>
              <a:buChar char="•"/>
            </a:pPr>
            <a:r>
              <a:rPr lang="es-MX" b="1"/>
              <a:t>Valor:</a:t>
            </a:r>
            <a:r>
              <a:rPr lang="es-MX"/>
              <a:t> Permite asegurar que el equipo esté completo y disponible para el éxito del proyecto desde el inicio.</a:t>
            </a:r>
          </a:p>
          <a:p>
            <a:pPr>
              <a:buFont typeface="Arial" panose="020B0604020202020204" pitchFamily="34" charset="0"/>
              <a:buChar char="•"/>
            </a:pPr>
            <a:r>
              <a:rPr lang="es-MX" b="1"/>
              <a:t>Rol responsable:</a:t>
            </a:r>
            <a:endParaRPr lang="es-MX"/>
          </a:p>
          <a:p>
            <a:pPr marL="742950" lvl="1" indent="-285750">
              <a:buFont typeface="Arial" panose="020B0604020202020204" pitchFamily="34" charset="0"/>
              <a:buChar char="•"/>
            </a:pPr>
            <a:r>
              <a:rPr lang="es-MX"/>
              <a:t>SPSS Project Manager</a:t>
            </a:r>
          </a:p>
          <a:p>
            <a:pPr marL="742950" lvl="1" indent="-285750">
              <a:buFont typeface="Arial" panose="020B0604020202020204" pitchFamily="34" charset="0"/>
              <a:buChar char="•"/>
            </a:pPr>
            <a:endParaRPr lang="es-MX"/>
          </a:p>
          <a:p>
            <a:pPr>
              <a:buNone/>
            </a:pPr>
            <a:r>
              <a:rPr lang="es-MX" b="1"/>
              <a:t>Roles Involucrados y sus Aportes</a:t>
            </a:r>
          </a:p>
          <a:p>
            <a:pPr>
              <a:buNone/>
            </a:pPr>
            <a:endParaRPr lang="es-MX" b="1"/>
          </a:p>
          <a:p>
            <a:pPr>
              <a:buNone/>
            </a:pPr>
            <a:r>
              <a:rPr lang="es-MX" b="1"/>
              <a:t>Data </a:t>
            </a:r>
            <a:r>
              <a:rPr lang="es-MX" b="1" err="1"/>
              <a:t>Scientist</a:t>
            </a:r>
            <a:r>
              <a:rPr lang="es-MX" b="1"/>
              <a:t> / Data </a:t>
            </a:r>
            <a:r>
              <a:rPr lang="es-MX" b="1" err="1"/>
              <a:t>Miner</a:t>
            </a:r>
            <a:endParaRPr lang="es-MX" b="1"/>
          </a:p>
          <a:p>
            <a:pPr>
              <a:buFont typeface="Arial" panose="020B0604020202020204" pitchFamily="34" charset="0"/>
              <a:buChar char="•"/>
            </a:pPr>
            <a:r>
              <a:rPr lang="es-MX"/>
              <a:t>Traduce los objetivos del negocio en soluciones analíticas.</a:t>
            </a:r>
          </a:p>
          <a:p>
            <a:pPr>
              <a:buFont typeface="Arial" panose="020B0604020202020204" pitchFamily="34" charset="0"/>
              <a:buChar char="•"/>
            </a:pPr>
            <a:r>
              <a:rPr lang="es-MX"/>
              <a:t>Construye y evalúa modelos.</a:t>
            </a:r>
          </a:p>
          <a:p>
            <a:pPr>
              <a:buFont typeface="Arial" panose="020B0604020202020204" pitchFamily="34" charset="0"/>
              <a:buChar char="•"/>
            </a:pPr>
            <a:r>
              <a:rPr lang="es-MX"/>
              <a:t>Colabora en las pruebas y despliegue de la solución.</a:t>
            </a:r>
          </a:p>
          <a:p>
            <a:pPr>
              <a:buFont typeface="Arial" panose="020B0604020202020204" pitchFamily="34" charset="0"/>
              <a:buNone/>
            </a:pPr>
            <a:endParaRPr lang="es-MX"/>
          </a:p>
          <a:p>
            <a:pPr>
              <a:buNone/>
            </a:pPr>
            <a:r>
              <a:rPr lang="es-MX" b="1"/>
              <a:t>Enterprise </a:t>
            </a:r>
            <a:r>
              <a:rPr lang="es-MX" b="1" err="1"/>
              <a:t>Architect</a:t>
            </a:r>
            <a:endParaRPr lang="es-MX" b="1"/>
          </a:p>
          <a:p>
            <a:pPr>
              <a:buFont typeface="Arial" panose="020B0604020202020204" pitchFamily="34" charset="0"/>
              <a:buChar char="•"/>
            </a:pPr>
            <a:r>
              <a:rPr lang="es-MX"/>
              <a:t>Diseña y valida la infraestructura técnica.</a:t>
            </a:r>
          </a:p>
          <a:p>
            <a:pPr>
              <a:buFont typeface="Arial" panose="020B0604020202020204" pitchFamily="34" charset="0"/>
              <a:buChar char="•"/>
            </a:pPr>
            <a:r>
              <a:rPr lang="es-MX"/>
              <a:t>Instala y configura IBM SPSS.</a:t>
            </a:r>
          </a:p>
          <a:p>
            <a:pPr>
              <a:buFont typeface="Arial" panose="020B0604020202020204" pitchFamily="34" charset="0"/>
              <a:buChar char="•"/>
            </a:pPr>
            <a:r>
              <a:rPr lang="es-MX"/>
              <a:t>Integra la solución con otros sistemas y ambientes.</a:t>
            </a:r>
            <a:r>
              <a:rPr lang="es-MX" b="1"/>
              <a:t> </a:t>
            </a:r>
          </a:p>
          <a:p>
            <a:pPr>
              <a:buFont typeface="Arial" panose="020B0604020202020204" pitchFamily="34" charset="0"/>
              <a:buNone/>
            </a:pPr>
            <a:endParaRPr lang="es-MX" b="1"/>
          </a:p>
          <a:p>
            <a:pPr>
              <a:buFont typeface="Arial" panose="020B0604020202020204" pitchFamily="34" charset="0"/>
              <a:buNone/>
            </a:pPr>
            <a:r>
              <a:rPr lang="es-MX" b="1"/>
              <a:t>SPSS Project Manager</a:t>
            </a:r>
          </a:p>
          <a:p>
            <a:pPr>
              <a:buFont typeface="Arial" panose="020B0604020202020204" pitchFamily="34" charset="0"/>
              <a:buChar char="•"/>
            </a:pPr>
            <a:r>
              <a:rPr lang="es-MX"/>
              <a:t>Coordina el proyecto de principio a fin.</a:t>
            </a:r>
          </a:p>
          <a:p>
            <a:pPr>
              <a:buFont typeface="Arial" panose="020B0604020202020204" pitchFamily="34" charset="0"/>
              <a:buChar char="•"/>
            </a:pPr>
            <a:r>
              <a:rPr lang="es-MX"/>
              <a:t>Supervisa planificación, recursos, tiempos, costos y riesgos.</a:t>
            </a:r>
          </a:p>
          <a:p>
            <a:pPr>
              <a:buFont typeface="Arial" panose="020B0604020202020204" pitchFamily="34" charset="0"/>
              <a:buChar char="•"/>
            </a:pPr>
            <a:r>
              <a:rPr lang="es-MX"/>
              <a:t>Es el puente entre </a:t>
            </a:r>
            <a:r>
              <a:rPr lang="es-MX" err="1"/>
              <a:t>stakeholders</a:t>
            </a:r>
            <a:r>
              <a:rPr lang="es-MX"/>
              <a:t>, ventas y equipo técnico.</a:t>
            </a:r>
          </a:p>
          <a:p>
            <a:pPr>
              <a:buFont typeface="Arial" panose="020B0604020202020204" pitchFamily="34" charset="0"/>
              <a:buNone/>
            </a:pPr>
            <a:endParaRPr lang="es-MX"/>
          </a:p>
          <a:p>
            <a:pPr>
              <a:buNone/>
            </a:pPr>
            <a:r>
              <a:rPr lang="es-MX" b="1"/>
              <a:t>Importancia de “Prepare </a:t>
            </a:r>
            <a:r>
              <a:rPr lang="es-MX" b="1" err="1"/>
              <a:t>for</a:t>
            </a:r>
            <a:r>
              <a:rPr lang="es-MX" b="1"/>
              <a:t> </a:t>
            </a:r>
            <a:r>
              <a:rPr lang="es-MX" b="1" err="1"/>
              <a:t>Implementation</a:t>
            </a:r>
            <a:r>
              <a:rPr lang="es-MX" b="1"/>
              <a:t>”</a:t>
            </a:r>
          </a:p>
          <a:p>
            <a:pPr>
              <a:buNone/>
            </a:pPr>
            <a:endParaRPr lang="es-MX" b="1"/>
          </a:p>
          <a:p>
            <a:pPr>
              <a:buFont typeface="Arial" panose="020B0604020202020204" pitchFamily="34" charset="0"/>
              <a:buChar char="•"/>
            </a:pPr>
            <a:r>
              <a:rPr lang="es-MX"/>
              <a:t>Establece las </a:t>
            </a:r>
            <a:r>
              <a:rPr lang="es-MX" b="1"/>
              <a:t>bases organizativas y técnicas</a:t>
            </a:r>
            <a:r>
              <a:rPr lang="es-MX"/>
              <a:t> para el proyecto.</a:t>
            </a:r>
          </a:p>
          <a:p>
            <a:pPr>
              <a:buFont typeface="Arial" panose="020B0604020202020204" pitchFamily="34" charset="0"/>
              <a:buChar char="•"/>
            </a:pPr>
            <a:r>
              <a:rPr lang="es-MX"/>
              <a:t>Permite una </a:t>
            </a:r>
            <a:r>
              <a:rPr lang="es-MX" b="1"/>
              <a:t>transición fluida entre la planificación y la ejecución</a:t>
            </a:r>
            <a:r>
              <a:rPr lang="es-MX"/>
              <a:t>.</a:t>
            </a:r>
          </a:p>
          <a:p>
            <a:pPr>
              <a:buFont typeface="Arial" panose="020B0604020202020204" pitchFamily="34" charset="0"/>
              <a:buChar char="•"/>
            </a:pPr>
            <a:r>
              <a:rPr lang="es-MX"/>
              <a:t>Reduce el riesgo de fallos por falta de claridad, recursos o coordinación.</a:t>
            </a:r>
          </a:p>
          <a:p>
            <a:pPr>
              <a:buFont typeface="Arial" panose="020B0604020202020204" pitchFamily="34" charset="0"/>
              <a:buChar char="•"/>
            </a:pPr>
            <a:r>
              <a:rPr lang="es-MX"/>
              <a:t>Alinea a todas las partes involucradas, asegurando </a:t>
            </a:r>
            <a:r>
              <a:rPr lang="es-MX" b="1"/>
              <a:t>transparencia y control</a:t>
            </a:r>
            <a:r>
              <a:rPr lang="es-MX"/>
              <a:t> desde el inicio.</a:t>
            </a:r>
          </a:p>
          <a:p>
            <a:endParaRPr lang="es-CO"/>
          </a:p>
        </p:txBody>
      </p:sp>
      <p:sp>
        <p:nvSpPr>
          <p:cNvPr id="4" name="Marcador de número de diapositiva 3"/>
          <p:cNvSpPr>
            <a:spLocks noGrp="1"/>
          </p:cNvSpPr>
          <p:nvPr>
            <p:ph type="sldNum" sz="quarter" idx="5"/>
          </p:nvPr>
        </p:nvSpPr>
        <p:spPr/>
        <p:txBody>
          <a:bodyPr/>
          <a:lstStyle/>
          <a:p>
            <a:pPr>
              <a:defRPr/>
            </a:pPr>
            <a:fld id="{B254687C-0F63-C543-8A00-A10F948442DF}" type="slidenum">
              <a:rPr lang="en-US" smtClean="0"/>
              <a:pPr>
                <a:defRPr/>
              </a:pPr>
              <a:t>11</a:t>
            </a:fld>
            <a:endParaRPr lang="en-US"/>
          </a:p>
        </p:txBody>
      </p:sp>
    </p:spTree>
    <p:extLst>
      <p:ext uri="{BB962C8B-B14F-4D97-AF65-F5344CB8AC3E}">
        <p14:creationId xmlns:p14="http://schemas.microsoft.com/office/powerpoint/2010/main" val="404007745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7.png"/><Relationship Id="rId1" Type="http://schemas.openxmlformats.org/officeDocument/2006/relationships/slideMaster" Target="../slideMasters/slideMaster1.xml"/><Relationship Id="rId5" Type="http://schemas.openxmlformats.org/officeDocument/2006/relationships/image" Target="../media/image6.svg"/><Relationship Id="rId4"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1.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png"/></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2.xml"/><Relationship Id="rId5" Type="http://schemas.openxmlformats.org/officeDocument/2006/relationships/image" Target="../media/image13.svg"/><Relationship Id="rId4" Type="http://schemas.openxmlformats.org/officeDocument/2006/relationships/image" Target="../media/image12.png"/></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14.png"/><Relationship Id="rId1" Type="http://schemas.openxmlformats.org/officeDocument/2006/relationships/slideMaster" Target="../slideMasters/slideMaster2.xml"/><Relationship Id="rId5" Type="http://schemas.openxmlformats.org/officeDocument/2006/relationships/image" Target="../media/image4.svg"/><Relationship Id="rId4" Type="http://schemas.openxmlformats.org/officeDocument/2006/relationships/image" Target="../media/image3.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4.svg"/><Relationship Id="rId2" Type="http://schemas.openxmlformats.org/officeDocument/2006/relationships/image" Target="../media/image7.png"/><Relationship Id="rId1" Type="http://schemas.openxmlformats.org/officeDocument/2006/relationships/slideMaster" Target="../slideMasters/slideMaster2.xml"/><Relationship Id="rId6" Type="http://schemas.openxmlformats.org/officeDocument/2006/relationships/image" Target="../media/image3.png"/><Relationship Id="rId5" Type="http://schemas.openxmlformats.org/officeDocument/2006/relationships/image" Target="../media/image2.svg"/><Relationship Id="rId4" Type="http://schemas.openxmlformats.org/officeDocument/2006/relationships/image" Target="../media/image1.png"/></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3.svg"/><Relationship Id="rId2" Type="http://schemas.openxmlformats.org/officeDocument/2006/relationships/image" Target="../media/image7.png"/><Relationship Id="rId1" Type="http://schemas.openxmlformats.org/officeDocument/2006/relationships/slideMaster" Target="../slideMasters/slideMaster2.xml"/><Relationship Id="rId6" Type="http://schemas.openxmlformats.org/officeDocument/2006/relationships/image" Target="../media/image12.png"/><Relationship Id="rId5" Type="http://schemas.openxmlformats.org/officeDocument/2006/relationships/image" Target="../media/image6.svg"/><Relationship Id="rId4"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3.xml"/><Relationship Id="rId5" Type="http://schemas.openxmlformats.org/officeDocument/2006/relationships/image" Target="../media/image13.svg"/><Relationship Id="rId4" Type="http://schemas.openxmlformats.org/officeDocument/2006/relationships/image" Target="../media/image12.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4.svg"/><Relationship Id="rId2" Type="http://schemas.openxmlformats.org/officeDocument/2006/relationships/image" Target="../media/image9.png"/><Relationship Id="rId1" Type="http://schemas.openxmlformats.org/officeDocument/2006/relationships/slideMaster" Target="../slideMasters/slideMaster3.xml"/><Relationship Id="rId6" Type="http://schemas.openxmlformats.org/officeDocument/2006/relationships/image" Target="../media/image3.png"/><Relationship Id="rId5" Type="http://schemas.openxmlformats.org/officeDocument/2006/relationships/image" Target="../media/image2.svg"/><Relationship Id="rId4"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Master" Target="../slideMasters/slideMaster3.xml"/><Relationship Id="rId5" Type="http://schemas.openxmlformats.org/officeDocument/2006/relationships/image" Target="../media/image2.svg"/><Relationship Id="rId4"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4.svg"/><Relationship Id="rId2" Type="http://schemas.openxmlformats.org/officeDocument/2006/relationships/image" Target="../media/image9.png"/><Relationship Id="rId1" Type="http://schemas.openxmlformats.org/officeDocument/2006/relationships/slideMaster" Target="../slideMasters/slideMaster3.xml"/><Relationship Id="rId6" Type="http://schemas.openxmlformats.org/officeDocument/2006/relationships/image" Target="../media/image3.png"/><Relationship Id="rId5" Type="http://schemas.openxmlformats.org/officeDocument/2006/relationships/image" Target="../media/image2.svg"/><Relationship Id="rId4"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4.svg"/><Relationship Id="rId2" Type="http://schemas.openxmlformats.org/officeDocument/2006/relationships/image" Target="../media/image9.png"/><Relationship Id="rId1" Type="http://schemas.openxmlformats.org/officeDocument/2006/relationships/slideMaster" Target="../slideMasters/slideMaster3.xml"/><Relationship Id="rId6" Type="http://schemas.openxmlformats.org/officeDocument/2006/relationships/image" Target="../media/image3.png"/><Relationship Id="rId5" Type="http://schemas.openxmlformats.org/officeDocument/2006/relationships/image" Target="../media/image2.svg"/><Relationship Id="rId4" Type="http://schemas.openxmlformats.org/officeDocument/2006/relationships/image" Target="../media/image1.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Portada A">
    <p:bg>
      <p:bgPr>
        <a:solidFill>
          <a:srgbClr val="5454E9"/>
        </a:solidFill>
        <a:effectLst/>
      </p:bgPr>
    </p:bg>
    <p:spTree>
      <p:nvGrpSpPr>
        <p:cNvPr id="1" name=""/>
        <p:cNvGrpSpPr/>
        <p:nvPr/>
      </p:nvGrpSpPr>
      <p:grpSpPr>
        <a:xfrm>
          <a:off x="0" y="0"/>
          <a:ext cx="0" cy="0"/>
          <a:chOff x="0" y="0"/>
          <a:chExt cx="0" cy="0"/>
        </a:xfrm>
      </p:grpSpPr>
      <p:sp>
        <p:nvSpPr>
          <p:cNvPr id="6" name="Rectángulo 5">
            <a:extLst>
              <a:ext uri="{FF2B5EF4-FFF2-40B4-BE49-F238E27FC236}">
                <a16:creationId xmlns:a16="http://schemas.microsoft.com/office/drawing/2014/main" id="{2AB9AEDC-188E-354C-A07D-5C3EE040B805}"/>
              </a:ext>
            </a:extLst>
          </p:cNvPr>
          <p:cNvSpPr/>
          <p:nvPr userDrawn="1"/>
        </p:nvSpPr>
        <p:spPr>
          <a:xfrm>
            <a:off x="488455" y="4681925"/>
            <a:ext cx="4171468" cy="991739"/>
          </a:xfrm>
          <a:prstGeom prst="rect">
            <a:avLst/>
          </a:prstGeom>
          <a:solidFill>
            <a:srgbClr val="E4EB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9" name="Rectángulo 8">
            <a:extLst>
              <a:ext uri="{FF2B5EF4-FFF2-40B4-BE49-F238E27FC236}">
                <a16:creationId xmlns:a16="http://schemas.microsoft.com/office/drawing/2014/main" id="{33A07A76-CBC0-1E49-8670-6E1B3AA263E1}"/>
              </a:ext>
            </a:extLst>
          </p:cNvPr>
          <p:cNvSpPr/>
          <p:nvPr userDrawn="1"/>
        </p:nvSpPr>
        <p:spPr>
          <a:xfrm>
            <a:off x="488455" y="2782786"/>
            <a:ext cx="5877176" cy="1982645"/>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10" name="Título 9">
            <a:extLst>
              <a:ext uri="{FF2B5EF4-FFF2-40B4-BE49-F238E27FC236}">
                <a16:creationId xmlns:a16="http://schemas.microsoft.com/office/drawing/2014/main" id="{7DE7DF8D-6479-FE4C-9724-9DC214F30E50}"/>
              </a:ext>
            </a:extLst>
          </p:cNvPr>
          <p:cNvSpPr>
            <a:spLocks noGrp="1"/>
          </p:cNvSpPr>
          <p:nvPr>
            <p:ph type="title" hasCustomPrompt="1"/>
          </p:nvPr>
        </p:nvSpPr>
        <p:spPr>
          <a:xfrm>
            <a:off x="696779" y="3048000"/>
            <a:ext cx="5397633" cy="1467949"/>
          </a:xfrm>
        </p:spPr>
        <p:txBody>
          <a:bodyPr anchor="b">
            <a:noAutofit/>
          </a:bodyPr>
          <a:lstStyle>
            <a:lvl1pPr>
              <a:defRPr sz="3200" b="0">
                <a:solidFill>
                  <a:srgbClr val="5454E9"/>
                </a:solidFill>
              </a:defRPr>
            </a:lvl1pPr>
          </a:lstStyle>
          <a:p>
            <a:r>
              <a:rPr lang="en-US" err="1"/>
              <a:t>Título</a:t>
            </a:r>
            <a:r>
              <a:rPr lang="en-US"/>
              <a:t> de la </a:t>
            </a:r>
            <a:r>
              <a:rPr lang="en-US" err="1"/>
              <a:t>presentación</a:t>
            </a:r>
            <a:endParaRPr lang="es-CO"/>
          </a:p>
        </p:txBody>
      </p:sp>
      <p:sp>
        <p:nvSpPr>
          <p:cNvPr id="13" name="Marcador de texto 11">
            <a:extLst>
              <a:ext uri="{FF2B5EF4-FFF2-40B4-BE49-F238E27FC236}">
                <a16:creationId xmlns:a16="http://schemas.microsoft.com/office/drawing/2014/main" id="{68424664-B54D-8AA3-6F33-12416094FBAD}"/>
              </a:ext>
            </a:extLst>
          </p:cNvPr>
          <p:cNvSpPr>
            <a:spLocks noGrp="1"/>
          </p:cNvSpPr>
          <p:nvPr>
            <p:ph type="body" sz="quarter" idx="12" hasCustomPrompt="1"/>
          </p:nvPr>
        </p:nvSpPr>
        <p:spPr>
          <a:xfrm>
            <a:off x="696779" y="4942976"/>
            <a:ext cx="3736676" cy="522287"/>
          </a:xfrm>
          <a:prstGeom prst="rect">
            <a:avLst/>
          </a:prstGeom>
        </p:spPr>
        <p:txBody>
          <a:bodyPr anchor="t"/>
          <a:lstStyle>
            <a:lvl1pPr algn="l">
              <a:defRPr sz="2000" b="0">
                <a:solidFill>
                  <a:schemeClr val="tx1"/>
                </a:solidFill>
              </a:defRPr>
            </a:lvl1pPr>
          </a:lstStyle>
          <a:p>
            <a:r>
              <a:rPr lang="es-CO"/>
              <a:t>Subtítulo de la presentación</a:t>
            </a:r>
          </a:p>
        </p:txBody>
      </p:sp>
      <p:pic>
        <p:nvPicPr>
          <p:cNvPr id="11" name="Gráfico 10">
            <a:extLst>
              <a:ext uri="{FF2B5EF4-FFF2-40B4-BE49-F238E27FC236}">
                <a16:creationId xmlns:a16="http://schemas.microsoft.com/office/drawing/2014/main" id="{BB0212C9-E893-9F47-9360-0D6DE02C9BA8}"/>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25560" y="503315"/>
            <a:ext cx="2844412" cy="1188000"/>
          </a:xfrm>
          <a:prstGeom prst="rect">
            <a:avLst/>
          </a:prstGeom>
        </p:spPr>
      </p:pic>
      <p:pic>
        <p:nvPicPr>
          <p:cNvPr id="12" name="Gráfico 11">
            <a:extLst>
              <a:ext uri="{FF2B5EF4-FFF2-40B4-BE49-F238E27FC236}">
                <a16:creationId xmlns:a16="http://schemas.microsoft.com/office/drawing/2014/main" id="{5F74A43B-3477-D645-8C34-676A7A715DD6}"/>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492050" y="570632"/>
            <a:ext cx="1271215" cy="1123549"/>
          </a:xfrm>
          <a:prstGeom prst="rect">
            <a:avLst/>
          </a:prstGeom>
        </p:spPr>
      </p:pic>
    </p:spTree>
    <p:extLst>
      <p:ext uri="{BB962C8B-B14F-4D97-AF65-F5344CB8AC3E}">
        <p14:creationId xmlns:p14="http://schemas.microsoft.com/office/powerpoint/2010/main" val="58163270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39"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Portada B">
    <p:spTree>
      <p:nvGrpSpPr>
        <p:cNvPr id="1" name=""/>
        <p:cNvGrpSpPr/>
        <p:nvPr/>
      </p:nvGrpSpPr>
      <p:grpSpPr>
        <a:xfrm>
          <a:off x="0" y="0"/>
          <a:ext cx="0" cy="0"/>
          <a:chOff x="0" y="0"/>
          <a:chExt cx="0" cy="0"/>
        </a:xfrm>
      </p:grpSpPr>
      <p:sp>
        <p:nvSpPr>
          <p:cNvPr id="6" name="Rectángulo 5">
            <a:extLst>
              <a:ext uri="{FF2B5EF4-FFF2-40B4-BE49-F238E27FC236}">
                <a16:creationId xmlns:a16="http://schemas.microsoft.com/office/drawing/2014/main" id="{ED8ECD60-A8CA-624A-AB38-8B45C11E5FD2}"/>
              </a:ext>
            </a:extLst>
          </p:cNvPr>
          <p:cNvSpPr/>
          <p:nvPr userDrawn="1"/>
        </p:nvSpPr>
        <p:spPr>
          <a:xfrm>
            <a:off x="5029199" y="-140677"/>
            <a:ext cx="7332786" cy="7174523"/>
          </a:xfrm>
          <a:prstGeom prst="rect">
            <a:avLst/>
          </a:prstGeom>
          <a:solidFill>
            <a:srgbClr val="545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9" name="Rectángulo 8">
            <a:extLst>
              <a:ext uri="{FF2B5EF4-FFF2-40B4-BE49-F238E27FC236}">
                <a16:creationId xmlns:a16="http://schemas.microsoft.com/office/drawing/2014/main" id="{5235861E-BC0D-EA47-B516-5487EB3B1660}"/>
              </a:ext>
            </a:extLst>
          </p:cNvPr>
          <p:cNvSpPr/>
          <p:nvPr userDrawn="1"/>
        </p:nvSpPr>
        <p:spPr>
          <a:xfrm>
            <a:off x="2321169" y="6001831"/>
            <a:ext cx="10040816" cy="1032015"/>
          </a:xfrm>
          <a:prstGeom prst="rect">
            <a:avLst/>
          </a:prstGeom>
          <a:solidFill>
            <a:schemeClr val="accent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10" name="Título 9">
            <a:extLst>
              <a:ext uri="{FF2B5EF4-FFF2-40B4-BE49-F238E27FC236}">
                <a16:creationId xmlns:a16="http://schemas.microsoft.com/office/drawing/2014/main" id="{7DE7DF8D-6479-FE4C-9724-9DC214F30E50}"/>
              </a:ext>
            </a:extLst>
          </p:cNvPr>
          <p:cNvSpPr>
            <a:spLocks noGrp="1"/>
          </p:cNvSpPr>
          <p:nvPr>
            <p:ph type="title" hasCustomPrompt="1"/>
          </p:nvPr>
        </p:nvSpPr>
        <p:spPr>
          <a:xfrm>
            <a:off x="5430982" y="2078183"/>
            <a:ext cx="6400800" cy="1909168"/>
          </a:xfrm>
        </p:spPr>
        <p:txBody>
          <a:bodyPr anchor="b">
            <a:noAutofit/>
          </a:bodyPr>
          <a:lstStyle>
            <a:lvl1pPr>
              <a:defRPr sz="3200" b="0">
                <a:solidFill>
                  <a:schemeClr val="bg1"/>
                </a:solidFill>
              </a:defRPr>
            </a:lvl1pPr>
          </a:lstStyle>
          <a:p>
            <a:r>
              <a:rPr lang="en-US" err="1"/>
              <a:t>Título</a:t>
            </a:r>
            <a:r>
              <a:rPr lang="en-US"/>
              <a:t> de la </a:t>
            </a:r>
            <a:r>
              <a:rPr lang="en-US" err="1"/>
              <a:t>presentación</a:t>
            </a:r>
            <a:endParaRPr lang="es-CO"/>
          </a:p>
        </p:txBody>
      </p:sp>
      <p:sp>
        <p:nvSpPr>
          <p:cNvPr id="13" name="Marcador de texto 11">
            <a:extLst>
              <a:ext uri="{FF2B5EF4-FFF2-40B4-BE49-F238E27FC236}">
                <a16:creationId xmlns:a16="http://schemas.microsoft.com/office/drawing/2014/main" id="{68424664-B54D-8AA3-6F33-12416094FBAD}"/>
              </a:ext>
            </a:extLst>
          </p:cNvPr>
          <p:cNvSpPr>
            <a:spLocks noGrp="1"/>
          </p:cNvSpPr>
          <p:nvPr>
            <p:ph type="body" sz="quarter" idx="12" hasCustomPrompt="1"/>
          </p:nvPr>
        </p:nvSpPr>
        <p:spPr>
          <a:xfrm>
            <a:off x="5425029" y="4139088"/>
            <a:ext cx="6411722" cy="668439"/>
          </a:xfrm>
          <a:prstGeom prst="rect">
            <a:avLst/>
          </a:prstGeom>
        </p:spPr>
        <p:txBody>
          <a:bodyPr anchor="t"/>
          <a:lstStyle>
            <a:lvl1pPr marL="455613" marR="0" indent="-455613" algn="l" defTabSz="608013" rtl="0" eaLnBrk="1" fontAlgn="base" latinLnBrk="0" hangingPunct="1">
              <a:lnSpc>
                <a:spcPct val="130000"/>
              </a:lnSpc>
              <a:spcBef>
                <a:spcPct val="20000"/>
              </a:spcBef>
              <a:spcAft>
                <a:spcPct val="0"/>
              </a:spcAft>
              <a:buClrTx/>
              <a:buSzTx/>
              <a:buFont typeface="Arial" charset="0"/>
              <a:buNone/>
              <a:tabLst/>
              <a:defRPr sz="2400" b="0">
                <a:solidFill>
                  <a:schemeClr val="bg1"/>
                </a:solidFill>
              </a:defRPr>
            </a:lvl1pPr>
          </a:lstStyle>
          <a:p>
            <a:pPr marL="455613" marR="0" lvl="0" indent="-455613" algn="l" defTabSz="608013" rtl="0" eaLnBrk="1" fontAlgn="base" latinLnBrk="0" hangingPunct="1">
              <a:lnSpc>
                <a:spcPct val="130000"/>
              </a:lnSpc>
              <a:spcBef>
                <a:spcPct val="20000"/>
              </a:spcBef>
              <a:spcAft>
                <a:spcPct val="0"/>
              </a:spcAft>
              <a:buClrTx/>
              <a:buSzTx/>
              <a:buFont typeface="Arial" charset="0"/>
              <a:buNone/>
              <a:tabLst/>
              <a:defRPr/>
            </a:pPr>
            <a:r>
              <a:rPr lang="es-CO"/>
              <a:t>Subtítulo de la presentación</a:t>
            </a:r>
          </a:p>
        </p:txBody>
      </p:sp>
      <p:sp>
        <p:nvSpPr>
          <p:cNvPr id="11" name="Marcador de texto 11">
            <a:extLst>
              <a:ext uri="{FF2B5EF4-FFF2-40B4-BE49-F238E27FC236}">
                <a16:creationId xmlns:a16="http://schemas.microsoft.com/office/drawing/2014/main" id="{2A0A2418-5809-4046-953D-5D104B68C874}"/>
              </a:ext>
            </a:extLst>
          </p:cNvPr>
          <p:cNvSpPr>
            <a:spLocks noGrp="1"/>
          </p:cNvSpPr>
          <p:nvPr>
            <p:ph type="body" sz="quarter" idx="13" hasCustomPrompt="1"/>
          </p:nvPr>
        </p:nvSpPr>
        <p:spPr>
          <a:xfrm>
            <a:off x="2737247" y="6167424"/>
            <a:ext cx="6411722" cy="522287"/>
          </a:xfrm>
          <a:prstGeom prst="rect">
            <a:avLst/>
          </a:prstGeom>
        </p:spPr>
        <p:txBody>
          <a:bodyPr anchor="t"/>
          <a:lstStyle>
            <a:lvl1pPr algn="l">
              <a:defRPr sz="1800" b="0">
                <a:solidFill>
                  <a:schemeClr val="bg1"/>
                </a:solidFill>
              </a:defRPr>
            </a:lvl1pPr>
          </a:lstStyle>
          <a:p>
            <a:r>
              <a:rPr lang="es-ES"/>
              <a:t>Día – Mes – Año</a:t>
            </a:r>
            <a:endParaRPr lang="es-CO"/>
          </a:p>
        </p:txBody>
      </p:sp>
      <p:pic>
        <p:nvPicPr>
          <p:cNvPr id="12" name="Gráfico 11">
            <a:extLst>
              <a:ext uri="{FF2B5EF4-FFF2-40B4-BE49-F238E27FC236}">
                <a16:creationId xmlns:a16="http://schemas.microsoft.com/office/drawing/2014/main" id="{385D0AC3-7193-7741-B6FE-6BE7BA5B91B5}"/>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0527" y="473679"/>
            <a:ext cx="2844412" cy="1188000"/>
          </a:xfrm>
          <a:prstGeom prst="rect">
            <a:avLst/>
          </a:prstGeom>
        </p:spPr>
      </p:pic>
      <p:pic>
        <p:nvPicPr>
          <p:cNvPr id="14" name="Gráfico 13">
            <a:extLst>
              <a:ext uri="{FF2B5EF4-FFF2-40B4-BE49-F238E27FC236}">
                <a16:creationId xmlns:a16="http://schemas.microsoft.com/office/drawing/2014/main" id="{C7DCB827-0AEE-4841-A5E6-8B18B7CF4F9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492050" y="570632"/>
            <a:ext cx="1271215" cy="1123549"/>
          </a:xfrm>
          <a:prstGeom prst="rect">
            <a:avLst/>
          </a:prstGeom>
        </p:spPr>
      </p:pic>
    </p:spTree>
    <p:extLst>
      <p:ext uri="{BB962C8B-B14F-4D97-AF65-F5344CB8AC3E}">
        <p14:creationId xmlns:p14="http://schemas.microsoft.com/office/powerpoint/2010/main" val="1402394402"/>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Portada C">
    <p:spTree>
      <p:nvGrpSpPr>
        <p:cNvPr id="1" name=""/>
        <p:cNvGrpSpPr/>
        <p:nvPr/>
      </p:nvGrpSpPr>
      <p:grpSpPr>
        <a:xfrm>
          <a:off x="0" y="0"/>
          <a:ext cx="0" cy="0"/>
          <a:chOff x="0" y="0"/>
          <a:chExt cx="0" cy="0"/>
        </a:xfrm>
      </p:grpSpPr>
      <p:sp>
        <p:nvSpPr>
          <p:cNvPr id="8" name="Rectángulo 7">
            <a:extLst>
              <a:ext uri="{FF2B5EF4-FFF2-40B4-BE49-F238E27FC236}">
                <a16:creationId xmlns:a16="http://schemas.microsoft.com/office/drawing/2014/main" id="{AE59908A-AD04-3E4B-ABCA-989AB9E137A1}"/>
              </a:ext>
            </a:extLst>
          </p:cNvPr>
          <p:cNvSpPr/>
          <p:nvPr userDrawn="1"/>
        </p:nvSpPr>
        <p:spPr>
          <a:xfrm>
            <a:off x="-211015" y="4484077"/>
            <a:ext cx="12573000" cy="2549769"/>
          </a:xfrm>
          <a:prstGeom prst="rect">
            <a:avLst/>
          </a:prstGeom>
          <a:solidFill>
            <a:srgbClr val="545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pic>
        <p:nvPicPr>
          <p:cNvPr id="12" name="Gráfico 11">
            <a:extLst>
              <a:ext uri="{FF2B5EF4-FFF2-40B4-BE49-F238E27FC236}">
                <a16:creationId xmlns:a16="http://schemas.microsoft.com/office/drawing/2014/main" id="{A2A68501-84A2-3345-8FDA-B834A5C2625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8345" y="5381052"/>
            <a:ext cx="12908591" cy="1547286"/>
          </a:xfrm>
          <a:prstGeom prst="rect">
            <a:avLst/>
          </a:prstGeom>
        </p:spPr>
      </p:pic>
      <p:sp>
        <p:nvSpPr>
          <p:cNvPr id="10" name="Título 9">
            <a:extLst>
              <a:ext uri="{FF2B5EF4-FFF2-40B4-BE49-F238E27FC236}">
                <a16:creationId xmlns:a16="http://schemas.microsoft.com/office/drawing/2014/main" id="{7DE7DF8D-6479-FE4C-9724-9DC214F30E50}"/>
              </a:ext>
            </a:extLst>
          </p:cNvPr>
          <p:cNvSpPr>
            <a:spLocks noGrp="1"/>
          </p:cNvSpPr>
          <p:nvPr>
            <p:ph type="title" hasCustomPrompt="1"/>
          </p:nvPr>
        </p:nvSpPr>
        <p:spPr>
          <a:xfrm>
            <a:off x="502816" y="2937092"/>
            <a:ext cx="8416331" cy="1317095"/>
          </a:xfrm>
        </p:spPr>
        <p:txBody>
          <a:bodyPr anchor="b">
            <a:noAutofit/>
          </a:bodyPr>
          <a:lstStyle>
            <a:lvl1pPr>
              <a:defRPr sz="3200" b="0">
                <a:solidFill>
                  <a:srgbClr val="5454E9"/>
                </a:solidFill>
              </a:defRPr>
            </a:lvl1pPr>
          </a:lstStyle>
          <a:p>
            <a:r>
              <a:rPr lang="en-US" err="1"/>
              <a:t>Título</a:t>
            </a:r>
            <a:r>
              <a:rPr lang="en-US"/>
              <a:t> de la </a:t>
            </a:r>
            <a:r>
              <a:rPr lang="en-US" err="1"/>
              <a:t>presentación</a:t>
            </a:r>
            <a:endParaRPr lang="es-CO"/>
          </a:p>
        </p:txBody>
      </p:sp>
      <p:sp>
        <p:nvSpPr>
          <p:cNvPr id="13" name="Marcador de texto 11">
            <a:extLst>
              <a:ext uri="{FF2B5EF4-FFF2-40B4-BE49-F238E27FC236}">
                <a16:creationId xmlns:a16="http://schemas.microsoft.com/office/drawing/2014/main" id="{68424664-B54D-8AA3-6F33-12416094FBAD}"/>
              </a:ext>
            </a:extLst>
          </p:cNvPr>
          <p:cNvSpPr>
            <a:spLocks noGrp="1"/>
          </p:cNvSpPr>
          <p:nvPr>
            <p:ph type="body" sz="quarter" idx="12" hasCustomPrompt="1"/>
          </p:nvPr>
        </p:nvSpPr>
        <p:spPr>
          <a:xfrm>
            <a:off x="488455" y="4766150"/>
            <a:ext cx="8430692" cy="522287"/>
          </a:xfrm>
          <a:prstGeom prst="rect">
            <a:avLst/>
          </a:prstGeom>
        </p:spPr>
        <p:txBody>
          <a:bodyPr anchor="t"/>
          <a:lstStyle>
            <a:lvl1pPr marL="455613" marR="0" indent="-455613" algn="l" defTabSz="608013" rtl="0" eaLnBrk="1" fontAlgn="base" latinLnBrk="0" hangingPunct="1">
              <a:lnSpc>
                <a:spcPct val="130000"/>
              </a:lnSpc>
              <a:spcBef>
                <a:spcPct val="20000"/>
              </a:spcBef>
              <a:spcAft>
                <a:spcPct val="0"/>
              </a:spcAft>
              <a:buClrTx/>
              <a:buSzTx/>
              <a:buFont typeface="Arial" charset="0"/>
              <a:buNone/>
              <a:tabLst/>
              <a:defRPr sz="2000" b="0">
                <a:solidFill>
                  <a:schemeClr val="bg1"/>
                </a:solidFill>
              </a:defRPr>
            </a:lvl1pPr>
          </a:lstStyle>
          <a:p>
            <a:pPr marL="455613" marR="0" lvl="0" indent="-455613" algn="l" defTabSz="608013" rtl="0" eaLnBrk="1" fontAlgn="base" latinLnBrk="0" hangingPunct="1">
              <a:lnSpc>
                <a:spcPct val="130000"/>
              </a:lnSpc>
              <a:spcBef>
                <a:spcPct val="20000"/>
              </a:spcBef>
              <a:spcAft>
                <a:spcPct val="0"/>
              </a:spcAft>
              <a:buClrTx/>
              <a:buSzTx/>
              <a:buFont typeface="Arial" charset="0"/>
              <a:buNone/>
              <a:tabLst/>
              <a:defRPr/>
            </a:pPr>
            <a:r>
              <a:rPr lang="es-CO"/>
              <a:t>Subtítulo de la presentación</a:t>
            </a:r>
          </a:p>
        </p:txBody>
      </p:sp>
      <p:sp>
        <p:nvSpPr>
          <p:cNvPr id="14" name="Marcador de texto 11">
            <a:extLst>
              <a:ext uri="{FF2B5EF4-FFF2-40B4-BE49-F238E27FC236}">
                <a16:creationId xmlns:a16="http://schemas.microsoft.com/office/drawing/2014/main" id="{C664A963-8B93-F947-9D6E-8E898AAFF622}"/>
              </a:ext>
            </a:extLst>
          </p:cNvPr>
          <p:cNvSpPr>
            <a:spLocks noGrp="1"/>
          </p:cNvSpPr>
          <p:nvPr>
            <p:ph type="body" sz="quarter" idx="13" hasCustomPrompt="1"/>
          </p:nvPr>
        </p:nvSpPr>
        <p:spPr>
          <a:xfrm>
            <a:off x="8132617" y="284443"/>
            <a:ext cx="3695983" cy="522287"/>
          </a:xfrm>
          <a:prstGeom prst="rect">
            <a:avLst/>
          </a:prstGeom>
        </p:spPr>
        <p:txBody>
          <a:bodyPr anchor="t"/>
          <a:lstStyle>
            <a:lvl1pPr algn="r">
              <a:defRPr sz="2000" b="1">
                <a:solidFill>
                  <a:srgbClr val="5454E9"/>
                </a:solidFill>
              </a:defRPr>
            </a:lvl1pPr>
          </a:lstStyle>
          <a:p>
            <a:r>
              <a:rPr lang="es-ES"/>
              <a:t>Día – Mes – Año</a:t>
            </a:r>
            <a:endParaRPr lang="es-CO"/>
          </a:p>
        </p:txBody>
      </p:sp>
      <p:pic>
        <p:nvPicPr>
          <p:cNvPr id="2" name="Gráfico 1">
            <a:extLst>
              <a:ext uri="{FF2B5EF4-FFF2-40B4-BE49-F238E27FC236}">
                <a16:creationId xmlns:a16="http://schemas.microsoft.com/office/drawing/2014/main" id="{41BC7844-BEF8-D702-2601-C8AC05944C3B}"/>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470527" y="473679"/>
            <a:ext cx="2844412" cy="1188000"/>
          </a:xfrm>
          <a:prstGeom prst="rect">
            <a:avLst/>
          </a:prstGeom>
        </p:spPr>
      </p:pic>
    </p:spTree>
    <p:extLst>
      <p:ext uri="{BB962C8B-B14F-4D97-AF65-F5344CB8AC3E}">
        <p14:creationId xmlns:p14="http://schemas.microsoft.com/office/powerpoint/2010/main" val="3414110469"/>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Portada D">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5460C177-EA11-3045-A049-2F189482AB41}"/>
              </a:ext>
            </a:extLst>
          </p:cNvPr>
          <p:cNvSpPr/>
          <p:nvPr userDrawn="1"/>
        </p:nvSpPr>
        <p:spPr>
          <a:xfrm>
            <a:off x="5152292" y="-158750"/>
            <a:ext cx="7176233" cy="7174523"/>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3" name="Marcador de posición de imagen 2">
            <a:extLst>
              <a:ext uri="{FF2B5EF4-FFF2-40B4-BE49-F238E27FC236}">
                <a16:creationId xmlns:a16="http://schemas.microsoft.com/office/drawing/2014/main" id="{8EE33127-8E4E-D94B-AFED-94B91C7AF935}"/>
              </a:ext>
            </a:extLst>
          </p:cNvPr>
          <p:cNvSpPr>
            <a:spLocks noGrp="1"/>
          </p:cNvSpPr>
          <p:nvPr>
            <p:ph type="pic" sz="quarter" idx="14"/>
          </p:nvPr>
        </p:nvSpPr>
        <p:spPr>
          <a:xfrm>
            <a:off x="5153025" y="-158750"/>
            <a:ext cx="7175500" cy="7175500"/>
          </a:xfrm>
          <a:prstGeom prst="rect">
            <a:avLst/>
          </a:prstGeom>
        </p:spPr>
        <p:txBody>
          <a:bodyPr anchor="ctr"/>
          <a:lstStyle>
            <a:lvl1pPr algn="ctr">
              <a:defRPr sz="2800"/>
            </a:lvl1pPr>
          </a:lstStyle>
          <a:p>
            <a:endParaRPr lang="es-CO"/>
          </a:p>
        </p:txBody>
      </p:sp>
      <p:sp>
        <p:nvSpPr>
          <p:cNvPr id="9" name="Rectángulo 8">
            <a:extLst>
              <a:ext uri="{FF2B5EF4-FFF2-40B4-BE49-F238E27FC236}">
                <a16:creationId xmlns:a16="http://schemas.microsoft.com/office/drawing/2014/main" id="{A04EF172-71FF-774B-B08F-E545FD3603C8}"/>
              </a:ext>
            </a:extLst>
          </p:cNvPr>
          <p:cNvSpPr/>
          <p:nvPr userDrawn="1"/>
        </p:nvSpPr>
        <p:spPr>
          <a:xfrm>
            <a:off x="-56669" y="-158262"/>
            <a:ext cx="5208961" cy="7174523"/>
          </a:xfrm>
          <a:prstGeom prst="rect">
            <a:avLst/>
          </a:prstGeom>
          <a:solidFill>
            <a:srgbClr val="545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14" name="Rectángulo 13">
            <a:extLst>
              <a:ext uri="{FF2B5EF4-FFF2-40B4-BE49-F238E27FC236}">
                <a16:creationId xmlns:a16="http://schemas.microsoft.com/office/drawing/2014/main" id="{F08C8540-D360-0041-AA0A-7C7F456B16E0}"/>
              </a:ext>
            </a:extLst>
          </p:cNvPr>
          <p:cNvSpPr/>
          <p:nvPr userDrawn="1"/>
        </p:nvSpPr>
        <p:spPr>
          <a:xfrm>
            <a:off x="474093" y="5361362"/>
            <a:ext cx="6172892" cy="991739"/>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10" name="Título 9">
            <a:extLst>
              <a:ext uri="{FF2B5EF4-FFF2-40B4-BE49-F238E27FC236}">
                <a16:creationId xmlns:a16="http://schemas.microsoft.com/office/drawing/2014/main" id="{7DE7DF8D-6479-FE4C-9724-9DC214F30E50}"/>
              </a:ext>
            </a:extLst>
          </p:cNvPr>
          <p:cNvSpPr>
            <a:spLocks noGrp="1"/>
          </p:cNvSpPr>
          <p:nvPr>
            <p:ph type="title" hasCustomPrompt="1"/>
          </p:nvPr>
        </p:nvSpPr>
        <p:spPr>
          <a:xfrm>
            <a:off x="779400" y="2222164"/>
            <a:ext cx="4056369" cy="2031397"/>
          </a:xfrm>
        </p:spPr>
        <p:txBody>
          <a:bodyPr anchor="b">
            <a:noAutofit/>
          </a:bodyPr>
          <a:lstStyle>
            <a:lvl1pPr>
              <a:defRPr sz="3200" b="0">
                <a:solidFill>
                  <a:schemeClr val="bg1"/>
                </a:solidFill>
              </a:defRPr>
            </a:lvl1pPr>
          </a:lstStyle>
          <a:p>
            <a:r>
              <a:rPr lang="en-US" err="1"/>
              <a:t>Título</a:t>
            </a:r>
            <a:r>
              <a:rPr lang="en-US"/>
              <a:t> de la </a:t>
            </a:r>
            <a:r>
              <a:rPr lang="en-US" err="1"/>
              <a:t>presentación</a:t>
            </a:r>
            <a:endParaRPr lang="es-CO"/>
          </a:p>
        </p:txBody>
      </p:sp>
      <p:sp>
        <p:nvSpPr>
          <p:cNvPr id="13" name="Marcador de texto 11">
            <a:extLst>
              <a:ext uri="{FF2B5EF4-FFF2-40B4-BE49-F238E27FC236}">
                <a16:creationId xmlns:a16="http://schemas.microsoft.com/office/drawing/2014/main" id="{68424664-B54D-8AA3-6F33-12416094FBAD}"/>
              </a:ext>
            </a:extLst>
          </p:cNvPr>
          <p:cNvSpPr>
            <a:spLocks noGrp="1"/>
          </p:cNvSpPr>
          <p:nvPr>
            <p:ph type="body" sz="quarter" idx="12" hasCustomPrompt="1"/>
          </p:nvPr>
        </p:nvSpPr>
        <p:spPr>
          <a:xfrm>
            <a:off x="779400" y="5583810"/>
            <a:ext cx="5484922" cy="522287"/>
          </a:xfrm>
          <a:prstGeom prst="rect">
            <a:avLst/>
          </a:prstGeom>
        </p:spPr>
        <p:txBody>
          <a:bodyPr anchor="t"/>
          <a:lstStyle>
            <a:lvl1pPr algn="r">
              <a:defRPr sz="2000" b="1">
                <a:solidFill>
                  <a:schemeClr val="tx1"/>
                </a:solidFill>
              </a:defRPr>
            </a:lvl1pPr>
          </a:lstStyle>
          <a:p>
            <a:r>
              <a:rPr lang="es-ES"/>
              <a:t>Día – Mes – Año</a:t>
            </a:r>
            <a:endParaRPr lang="es-CO"/>
          </a:p>
        </p:txBody>
      </p:sp>
      <p:sp>
        <p:nvSpPr>
          <p:cNvPr id="15" name="Marcador de texto 11">
            <a:extLst>
              <a:ext uri="{FF2B5EF4-FFF2-40B4-BE49-F238E27FC236}">
                <a16:creationId xmlns:a16="http://schemas.microsoft.com/office/drawing/2014/main" id="{8CEC94B8-E518-5E4B-96B3-807DB56AF84E}"/>
              </a:ext>
            </a:extLst>
          </p:cNvPr>
          <p:cNvSpPr>
            <a:spLocks noGrp="1"/>
          </p:cNvSpPr>
          <p:nvPr>
            <p:ph type="body" sz="quarter" idx="13" hasCustomPrompt="1"/>
          </p:nvPr>
        </p:nvSpPr>
        <p:spPr>
          <a:xfrm>
            <a:off x="779400" y="4451044"/>
            <a:ext cx="4056369" cy="522287"/>
          </a:xfrm>
          <a:prstGeom prst="rect">
            <a:avLst/>
          </a:prstGeom>
        </p:spPr>
        <p:txBody>
          <a:bodyPr anchor="t"/>
          <a:lstStyle>
            <a:lvl1pPr marL="455613" marR="0" indent="-455613" algn="l" defTabSz="608013" rtl="0" eaLnBrk="1" fontAlgn="base" latinLnBrk="0" hangingPunct="1">
              <a:lnSpc>
                <a:spcPct val="130000"/>
              </a:lnSpc>
              <a:spcBef>
                <a:spcPct val="20000"/>
              </a:spcBef>
              <a:spcAft>
                <a:spcPct val="0"/>
              </a:spcAft>
              <a:buClrTx/>
              <a:buSzTx/>
              <a:buFont typeface="Arial" charset="0"/>
              <a:buNone/>
              <a:tabLst/>
              <a:defRPr sz="2000" b="0">
                <a:solidFill>
                  <a:schemeClr val="bg1"/>
                </a:solidFill>
              </a:defRPr>
            </a:lvl1pPr>
          </a:lstStyle>
          <a:p>
            <a:pPr marL="455613" marR="0" lvl="0" indent="-455613" algn="l" defTabSz="608013" rtl="0" eaLnBrk="1" fontAlgn="base" latinLnBrk="0" hangingPunct="1">
              <a:lnSpc>
                <a:spcPct val="130000"/>
              </a:lnSpc>
              <a:spcBef>
                <a:spcPct val="20000"/>
              </a:spcBef>
              <a:spcAft>
                <a:spcPct val="0"/>
              </a:spcAft>
              <a:buClrTx/>
              <a:buSzTx/>
              <a:buFont typeface="Arial" charset="0"/>
              <a:buNone/>
              <a:tabLst/>
              <a:defRPr/>
            </a:pPr>
            <a:r>
              <a:rPr lang="es-CO"/>
              <a:t>Subtítulo de la presentación</a:t>
            </a:r>
          </a:p>
        </p:txBody>
      </p:sp>
      <p:pic>
        <p:nvPicPr>
          <p:cNvPr id="2" name="Gráfico 1">
            <a:extLst>
              <a:ext uri="{FF2B5EF4-FFF2-40B4-BE49-F238E27FC236}">
                <a16:creationId xmlns:a16="http://schemas.microsoft.com/office/drawing/2014/main" id="{A2C7FD3D-0543-4D56-4857-2F15B521747C}"/>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25560" y="503315"/>
            <a:ext cx="2844412" cy="1188000"/>
          </a:xfrm>
          <a:prstGeom prst="rect">
            <a:avLst/>
          </a:prstGeom>
        </p:spPr>
      </p:pic>
    </p:spTree>
    <p:extLst>
      <p:ext uri="{BB962C8B-B14F-4D97-AF65-F5344CB8AC3E}">
        <p14:creationId xmlns:p14="http://schemas.microsoft.com/office/powerpoint/2010/main" val="1253783397"/>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Portada E">
    <p:spTree>
      <p:nvGrpSpPr>
        <p:cNvPr id="1" name=""/>
        <p:cNvGrpSpPr/>
        <p:nvPr/>
      </p:nvGrpSpPr>
      <p:grpSpPr>
        <a:xfrm>
          <a:off x="0" y="0"/>
          <a:ext cx="0" cy="0"/>
          <a:chOff x="0" y="0"/>
          <a:chExt cx="0" cy="0"/>
        </a:xfrm>
      </p:grpSpPr>
      <p:sp>
        <p:nvSpPr>
          <p:cNvPr id="3" name="Marcador de posición de imagen 2">
            <a:extLst>
              <a:ext uri="{FF2B5EF4-FFF2-40B4-BE49-F238E27FC236}">
                <a16:creationId xmlns:a16="http://schemas.microsoft.com/office/drawing/2014/main" id="{30253CF8-E40C-8B4A-920F-D39FFAC238FF}"/>
              </a:ext>
            </a:extLst>
          </p:cNvPr>
          <p:cNvSpPr>
            <a:spLocks noGrp="1"/>
          </p:cNvSpPr>
          <p:nvPr>
            <p:ph type="pic" sz="quarter" idx="13"/>
          </p:nvPr>
        </p:nvSpPr>
        <p:spPr>
          <a:xfrm>
            <a:off x="-136525" y="-122238"/>
            <a:ext cx="12465050" cy="7162801"/>
          </a:xfrm>
          <a:prstGeom prst="rect">
            <a:avLst/>
          </a:prstGeom>
        </p:spPr>
        <p:txBody>
          <a:bodyPr anchor="t"/>
          <a:lstStyle>
            <a:lvl1pPr algn="ctr">
              <a:defRPr sz="1800"/>
            </a:lvl1pPr>
          </a:lstStyle>
          <a:p>
            <a:endParaRPr lang="es-CO"/>
          </a:p>
        </p:txBody>
      </p:sp>
      <p:sp>
        <p:nvSpPr>
          <p:cNvPr id="9" name="Rectángulo 8">
            <a:extLst>
              <a:ext uri="{FF2B5EF4-FFF2-40B4-BE49-F238E27FC236}">
                <a16:creationId xmlns:a16="http://schemas.microsoft.com/office/drawing/2014/main" id="{AC563568-052F-6F4F-B607-42D06B3D6BFE}"/>
              </a:ext>
            </a:extLst>
          </p:cNvPr>
          <p:cNvSpPr/>
          <p:nvPr userDrawn="1"/>
        </p:nvSpPr>
        <p:spPr>
          <a:xfrm>
            <a:off x="488455" y="4681925"/>
            <a:ext cx="4171468" cy="991739"/>
          </a:xfrm>
          <a:prstGeom prst="rect">
            <a:avLst/>
          </a:prstGeom>
          <a:solidFill>
            <a:srgbClr val="865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12" name="Rectángulo 11">
            <a:extLst>
              <a:ext uri="{FF2B5EF4-FFF2-40B4-BE49-F238E27FC236}">
                <a16:creationId xmlns:a16="http://schemas.microsoft.com/office/drawing/2014/main" id="{E160E7FE-605D-2643-9C55-A73D287C501A}"/>
              </a:ext>
            </a:extLst>
          </p:cNvPr>
          <p:cNvSpPr/>
          <p:nvPr userDrawn="1"/>
        </p:nvSpPr>
        <p:spPr>
          <a:xfrm>
            <a:off x="488455" y="2782786"/>
            <a:ext cx="5877176" cy="1982645"/>
          </a:xfrm>
          <a:prstGeom prst="rect">
            <a:avLst/>
          </a:prstGeom>
          <a:solidFill>
            <a:srgbClr val="545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10" name="Título 9">
            <a:extLst>
              <a:ext uri="{FF2B5EF4-FFF2-40B4-BE49-F238E27FC236}">
                <a16:creationId xmlns:a16="http://schemas.microsoft.com/office/drawing/2014/main" id="{7DE7DF8D-6479-FE4C-9724-9DC214F30E50}"/>
              </a:ext>
            </a:extLst>
          </p:cNvPr>
          <p:cNvSpPr>
            <a:spLocks noGrp="1"/>
          </p:cNvSpPr>
          <p:nvPr>
            <p:ph type="title" hasCustomPrompt="1"/>
          </p:nvPr>
        </p:nvSpPr>
        <p:spPr>
          <a:xfrm>
            <a:off x="775771" y="3085828"/>
            <a:ext cx="5318641" cy="1502051"/>
          </a:xfrm>
        </p:spPr>
        <p:txBody>
          <a:bodyPr anchor="b">
            <a:noAutofit/>
          </a:bodyPr>
          <a:lstStyle>
            <a:lvl1pPr>
              <a:defRPr sz="3200" b="0">
                <a:solidFill>
                  <a:schemeClr val="bg1"/>
                </a:solidFill>
              </a:defRPr>
            </a:lvl1pPr>
          </a:lstStyle>
          <a:p>
            <a:r>
              <a:rPr lang="en-US" err="1"/>
              <a:t>Título</a:t>
            </a:r>
            <a:r>
              <a:rPr lang="en-US"/>
              <a:t> de la </a:t>
            </a:r>
            <a:r>
              <a:rPr lang="en-US" err="1"/>
              <a:t>presentación</a:t>
            </a:r>
            <a:endParaRPr lang="es-CO"/>
          </a:p>
        </p:txBody>
      </p:sp>
      <p:sp>
        <p:nvSpPr>
          <p:cNvPr id="13" name="Marcador de texto 11">
            <a:extLst>
              <a:ext uri="{FF2B5EF4-FFF2-40B4-BE49-F238E27FC236}">
                <a16:creationId xmlns:a16="http://schemas.microsoft.com/office/drawing/2014/main" id="{68424664-B54D-8AA3-6F33-12416094FBAD}"/>
              </a:ext>
            </a:extLst>
          </p:cNvPr>
          <p:cNvSpPr>
            <a:spLocks noGrp="1"/>
          </p:cNvSpPr>
          <p:nvPr>
            <p:ph type="body" sz="quarter" idx="12" hasCustomPrompt="1"/>
          </p:nvPr>
        </p:nvSpPr>
        <p:spPr>
          <a:xfrm>
            <a:off x="761410" y="4930689"/>
            <a:ext cx="3660465" cy="522287"/>
          </a:xfrm>
          <a:prstGeom prst="rect">
            <a:avLst/>
          </a:prstGeom>
        </p:spPr>
        <p:txBody>
          <a:bodyPr anchor="t"/>
          <a:lstStyle>
            <a:lvl1pPr algn="l">
              <a:defRPr sz="2000" b="0">
                <a:solidFill>
                  <a:schemeClr val="bg1"/>
                </a:solidFill>
              </a:defRPr>
            </a:lvl1pPr>
          </a:lstStyle>
          <a:p>
            <a:r>
              <a:rPr lang="es-ES"/>
              <a:t>Día – Mes – Año</a:t>
            </a:r>
            <a:endParaRPr lang="es-CO"/>
          </a:p>
        </p:txBody>
      </p:sp>
      <p:pic>
        <p:nvPicPr>
          <p:cNvPr id="2" name="Gráfico 1">
            <a:extLst>
              <a:ext uri="{FF2B5EF4-FFF2-40B4-BE49-F238E27FC236}">
                <a16:creationId xmlns:a16="http://schemas.microsoft.com/office/drawing/2014/main" id="{A061DE2D-078D-F440-70B1-9CC4B708F40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0527" y="473679"/>
            <a:ext cx="2844412" cy="1188000"/>
          </a:xfrm>
          <a:prstGeom prst="rect">
            <a:avLst/>
          </a:prstGeom>
        </p:spPr>
      </p:pic>
    </p:spTree>
    <p:extLst>
      <p:ext uri="{BB962C8B-B14F-4D97-AF65-F5344CB8AC3E}">
        <p14:creationId xmlns:p14="http://schemas.microsoft.com/office/powerpoint/2010/main" val="3538160657"/>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Portada F">
    <p:spTree>
      <p:nvGrpSpPr>
        <p:cNvPr id="1" name=""/>
        <p:cNvGrpSpPr/>
        <p:nvPr/>
      </p:nvGrpSpPr>
      <p:grpSpPr>
        <a:xfrm>
          <a:off x="0" y="0"/>
          <a:ext cx="0" cy="0"/>
          <a:chOff x="0" y="0"/>
          <a:chExt cx="0" cy="0"/>
        </a:xfrm>
      </p:grpSpPr>
      <p:sp>
        <p:nvSpPr>
          <p:cNvPr id="9" name="Rectángulo 8">
            <a:extLst>
              <a:ext uri="{FF2B5EF4-FFF2-40B4-BE49-F238E27FC236}">
                <a16:creationId xmlns:a16="http://schemas.microsoft.com/office/drawing/2014/main" id="{53CAB425-8E07-9D4D-9049-B0B1329A6F46}"/>
              </a:ext>
            </a:extLst>
          </p:cNvPr>
          <p:cNvSpPr/>
          <p:nvPr userDrawn="1"/>
        </p:nvSpPr>
        <p:spPr>
          <a:xfrm>
            <a:off x="-1" y="-150124"/>
            <a:ext cx="12310281" cy="4832050"/>
          </a:xfrm>
          <a:prstGeom prst="rect">
            <a:avLst/>
          </a:prstGeom>
          <a:solidFill>
            <a:srgbClr val="545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pic>
        <p:nvPicPr>
          <p:cNvPr id="12" name="Gráfico 11">
            <a:extLst>
              <a:ext uri="{FF2B5EF4-FFF2-40B4-BE49-F238E27FC236}">
                <a16:creationId xmlns:a16="http://schemas.microsoft.com/office/drawing/2014/main" id="{172BDADF-8711-FB49-A646-A740B373384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90996" y="5248036"/>
            <a:ext cx="2778261" cy="1080000"/>
          </a:xfrm>
          <a:prstGeom prst="rect">
            <a:avLst/>
          </a:prstGeom>
        </p:spPr>
      </p:pic>
      <p:sp>
        <p:nvSpPr>
          <p:cNvPr id="10" name="Título 9">
            <a:extLst>
              <a:ext uri="{FF2B5EF4-FFF2-40B4-BE49-F238E27FC236}">
                <a16:creationId xmlns:a16="http://schemas.microsoft.com/office/drawing/2014/main" id="{7DE7DF8D-6479-FE4C-9724-9DC214F30E50}"/>
              </a:ext>
            </a:extLst>
          </p:cNvPr>
          <p:cNvSpPr>
            <a:spLocks noGrp="1"/>
          </p:cNvSpPr>
          <p:nvPr>
            <p:ph type="title" hasCustomPrompt="1"/>
          </p:nvPr>
        </p:nvSpPr>
        <p:spPr>
          <a:xfrm>
            <a:off x="502816" y="1918474"/>
            <a:ext cx="6075405" cy="1317095"/>
          </a:xfrm>
        </p:spPr>
        <p:txBody>
          <a:bodyPr anchor="b">
            <a:noAutofit/>
          </a:bodyPr>
          <a:lstStyle>
            <a:lvl1pPr>
              <a:defRPr sz="3200" b="0">
                <a:solidFill>
                  <a:schemeClr val="bg1"/>
                </a:solidFill>
              </a:defRPr>
            </a:lvl1pPr>
          </a:lstStyle>
          <a:p>
            <a:r>
              <a:rPr lang="en-US" err="1"/>
              <a:t>Título</a:t>
            </a:r>
            <a:r>
              <a:rPr lang="en-US"/>
              <a:t> de la </a:t>
            </a:r>
            <a:r>
              <a:rPr lang="en-US" err="1"/>
              <a:t>presentación</a:t>
            </a:r>
            <a:endParaRPr lang="es-CO"/>
          </a:p>
        </p:txBody>
      </p:sp>
      <p:pic>
        <p:nvPicPr>
          <p:cNvPr id="7" name="Picture 6">
            <a:extLst>
              <a:ext uri="{FF2B5EF4-FFF2-40B4-BE49-F238E27FC236}">
                <a16:creationId xmlns:a16="http://schemas.microsoft.com/office/drawing/2014/main" id="{EE96EC0B-0794-338D-95C7-AB2B92179F59}"/>
              </a:ext>
            </a:extLst>
          </p:cNvPr>
          <p:cNvPicPr>
            <a:picLocks noChangeAspect="1"/>
          </p:cNvPicPr>
          <p:nvPr userDrawn="1"/>
        </p:nvPicPr>
        <p:blipFill>
          <a:blip r:embed="rId4"/>
          <a:stretch>
            <a:fillRect/>
          </a:stretch>
        </p:blipFill>
        <p:spPr>
          <a:xfrm>
            <a:off x="9980956" y="5552313"/>
            <a:ext cx="1676890" cy="908923"/>
          </a:xfrm>
          <a:prstGeom prst="rect">
            <a:avLst/>
          </a:prstGeom>
        </p:spPr>
      </p:pic>
      <p:sp>
        <p:nvSpPr>
          <p:cNvPr id="8" name="Rectángulo 7">
            <a:extLst>
              <a:ext uri="{FF2B5EF4-FFF2-40B4-BE49-F238E27FC236}">
                <a16:creationId xmlns:a16="http://schemas.microsoft.com/office/drawing/2014/main" id="{F99A5E94-0EA1-C949-9C55-E6ACA28B780D}"/>
              </a:ext>
            </a:extLst>
          </p:cNvPr>
          <p:cNvSpPr/>
          <p:nvPr userDrawn="1"/>
        </p:nvSpPr>
        <p:spPr>
          <a:xfrm>
            <a:off x="5226728" y="-150123"/>
            <a:ext cx="7083551" cy="95534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13" name="Marcador de texto 11">
            <a:extLst>
              <a:ext uri="{FF2B5EF4-FFF2-40B4-BE49-F238E27FC236}">
                <a16:creationId xmlns:a16="http://schemas.microsoft.com/office/drawing/2014/main" id="{68424664-B54D-8AA3-6F33-12416094FBAD}"/>
              </a:ext>
            </a:extLst>
          </p:cNvPr>
          <p:cNvSpPr>
            <a:spLocks noGrp="1"/>
          </p:cNvSpPr>
          <p:nvPr>
            <p:ph type="body" sz="quarter" idx="12" hasCustomPrompt="1"/>
          </p:nvPr>
        </p:nvSpPr>
        <p:spPr>
          <a:xfrm>
            <a:off x="5715547" y="21789"/>
            <a:ext cx="6048823" cy="522287"/>
          </a:xfrm>
          <a:prstGeom prst="rect">
            <a:avLst/>
          </a:prstGeom>
        </p:spPr>
        <p:txBody>
          <a:bodyPr anchor="t"/>
          <a:lstStyle>
            <a:lvl1pPr algn="r">
              <a:defRPr sz="2000" b="1">
                <a:solidFill>
                  <a:schemeClr val="bg1"/>
                </a:solidFill>
              </a:defRPr>
            </a:lvl1pPr>
          </a:lstStyle>
          <a:p>
            <a:r>
              <a:rPr lang="es-ES"/>
              <a:t>Día – Mes – Año</a:t>
            </a:r>
            <a:endParaRPr lang="es-CO"/>
          </a:p>
        </p:txBody>
      </p:sp>
      <p:sp>
        <p:nvSpPr>
          <p:cNvPr id="14" name="Marcador de texto 11">
            <a:extLst>
              <a:ext uri="{FF2B5EF4-FFF2-40B4-BE49-F238E27FC236}">
                <a16:creationId xmlns:a16="http://schemas.microsoft.com/office/drawing/2014/main" id="{F38ED0E2-7D5D-114C-AE24-235B3D878838}"/>
              </a:ext>
            </a:extLst>
          </p:cNvPr>
          <p:cNvSpPr>
            <a:spLocks noGrp="1"/>
          </p:cNvSpPr>
          <p:nvPr>
            <p:ph type="body" sz="quarter" idx="13" hasCustomPrompt="1"/>
          </p:nvPr>
        </p:nvSpPr>
        <p:spPr>
          <a:xfrm>
            <a:off x="529398" y="3488320"/>
            <a:ext cx="6048823" cy="522287"/>
          </a:xfrm>
          <a:prstGeom prst="rect">
            <a:avLst/>
          </a:prstGeom>
        </p:spPr>
        <p:txBody>
          <a:bodyPr anchor="t"/>
          <a:lstStyle>
            <a:lvl1pPr marL="455613" marR="0" indent="-455613" algn="l" defTabSz="608013" rtl="0" eaLnBrk="1" fontAlgn="base" latinLnBrk="0" hangingPunct="1">
              <a:lnSpc>
                <a:spcPct val="130000"/>
              </a:lnSpc>
              <a:spcBef>
                <a:spcPct val="20000"/>
              </a:spcBef>
              <a:spcAft>
                <a:spcPct val="0"/>
              </a:spcAft>
              <a:buClrTx/>
              <a:buSzTx/>
              <a:buFont typeface="Arial" charset="0"/>
              <a:buNone/>
              <a:tabLst/>
              <a:defRPr sz="2400" b="0">
                <a:solidFill>
                  <a:schemeClr val="bg1"/>
                </a:solidFill>
              </a:defRPr>
            </a:lvl1pPr>
          </a:lstStyle>
          <a:p>
            <a:pPr marL="455613" marR="0" lvl="0" indent="-455613" algn="l" defTabSz="608013" rtl="0" eaLnBrk="1" fontAlgn="base" latinLnBrk="0" hangingPunct="1">
              <a:lnSpc>
                <a:spcPct val="130000"/>
              </a:lnSpc>
              <a:spcBef>
                <a:spcPct val="20000"/>
              </a:spcBef>
              <a:spcAft>
                <a:spcPct val="0"/>
              </a:spcAft>
              <a:buClrTx/>
              <a:buSzTx/>
              <a:buFont typeface="Arial" charset="0"/>
              <a:buNone/>
              <a:tabLst/>
              <a:defRPr/>
            </a:pPr>
            <a:r>
              <a:rPr lang="es-CO"/>
              <a:t>Subtítulo de la presentación</a:t>
            </a:r>
          </a:p>
        </p:txBody>
      </p:sp>
      <p:pic>
        <p:nvPicPr>
          <p:cNvPr id="3" name="Gráfico 2">
            <a:extLst>
              <a:ext uri="{FF2B5EF4-FFF2-40B4-BE49-F238E27FC236}">
                <a16:creationId xmlns:a16="http://schemas.microsoft.com/office/drawing/2014/main" id="{92D77DE7-E8A0-5C4A-8EA2-0C726FCBF153}"/>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287078" y="5201792"/>
            <a:ext cx="1477292" cy="1305687"/>
          </a:xfrm>
          <a:prstGeom prst="rect">
            <a:avLst/>
          </a:prstGeom>
        </p:spPr>
      </p:pic>
    </p:spTree>
    <p:extLst>
      <p:ext uri="{BB962C8B-B14F-4D97-AF65-F5344CB8AC3E}">
        <p14:creationId xmlns:p14="http://schemas.microsoft.com/office/powerpoint/2010/main" val="862605541"/>
      </p:ext>
    </p:extLst>
  </p:cSld>
  <p:clrMapOvr>
    <a:masterClrMapping/>
  </p:clrMapOvr>
  <p:extLst>
    <p:ext uri="{DCECCB84-F9BA-43D5-87BE-67443E8EF086}">
      <p15:sldGuideLst xmlns:p15="http://schemas.microsoft.com/office/powerpoint/2012/main">
        <p15:guide id="1" orient="horz" pos="2160">
          <p15:clr>
            <a:srgbClr val="FBAE40"/>
          </p15:clr>
        </p15:guide>
        <p15:guide id="2" pos="3839">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División A">
    <p:spTree>
      <p:nvGrpSpPr>
        <p:cNvPr id="1" name=""/>
        <p:cNvGrpSpPr/>
        <p:nvPr/>
      </p:nvGrpSpPr>
      <p:grpSpPr>
        <a:xfrm>
          <a:off x="0" y="0"/>
          <a:ext cx="0" cy="0"/>
          <a:chOff x="0" y="0"/>
          <a:chExt cx="0" cy="0"/>
        </a:xfrm>
      </p:grpSpPr>
      <p:sp>
        <p:nvSpPr>
          <p:cNvPr id="7" name="Rectángulo 6">
            <a:extLst>
              <a:ext uri="{FF2B5EF4-FFF2-40B4-BE49-F238E27FC236}">
                <a16:creationId xmlns:a16="http://schemas.microsoft.com/office/drawing/2014/main" id="{EB59E292-22CD-2242-84F5-87DE6724E9AF}"/>
              </a:ext>
            </a:extLst>
          </p:cNvPr>
          <p:cNvSpPr/>
          <p:nvPr userDrawn="1"/>
        </p:nvSpPr>
        <p:spPr>
          <a:xfrm>
            <a:off x="2197290" y="5158854"/>
            <a:ext cx="10164695" cy="1107252"/>
          </a:xfrm>
          <a:prstGeom prst="rect">
            <a:avLst/>
          </a:prstGeom>
          <a:solidFill>
            <a:srgbClr val="545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2" name="Marcador de título 1">
            <a:extLst>
              <a:ext uri="{FF2B5EF4-FFF2-40B4-BE49-F238E27FC236}">
                <a16:creationId xmlns:a16="http://schemas.microsoft.com/office/drawing/2014/main" id="{AFB8719D-715E-23DB-8426-45F130FE1DFC}"/>
              </a:ext>
            </a:extLst>
          </p:cNvPr>
          <p:cNvSpPr>
            <a:spLocks noGrp="1"/>
          </p:cNvSpPr>
          <p:nvPr>
            <p:ph type="title" hasCustomPrompt="1"/>
          </p:nvPr>
        </p:nvSpPr>
        <p:spPr>
          <a:xfrm>
            <a:off x="2638867" y="5336273"/>
            <a:ext cx="9063171" cy="820649"/>
          </a:xfrm>
          <a:prstGeom prst="rect">
            <a:avLst/>
          </a:prstGeom>
        </p:spPr>
        <p:txBody>
          <a:bodyPr vert="horz" lIns="91440" tIns="45720" rIns="91440" bIns="45720" rtlCol="0" anchor="ctr">
            <a:noAutofit/>
          </a:bodyPr>
          <a:lstStyle>
            <a:lvl1pPr algn="l">
              <a:defRPr sz="2800" b="0">
                <a:solidFill>
                  <a:schemeClr val="bg1"/>
                </a:solidFill>
              </a:defRPr>
            </a:lvl1pPr>
          </a:lstStyle>
          <a:p>
            <a:r>
              <a:rPr lang="es-ES"/>
              <a:t>Título de la sección</a:t>
            </a:r>
            <a:endParaRPr lang="es-CO"/>
          </a:p>
        </p:txBody>
      </p:sp>
      <p:pic>
        <p:nvPicPr>
          <p:cNvPr id="5" name="Gráfico 4">
            <a:extLst>
              <a:ext uri="{FF2B5EF4-FFF2-40B4-BE49-F238E27FC236}">
                <a16:creationId xmlns:a16="http://schemas.microsoft.com/office/drawing/2014/main" id="{F62F47D7-565E-E44F-8739-8ACD848CE75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0527" y="473679"/>
            <a:ext cx="2180713" cy="910799"/>
          </a:xfrm>
          <a:prstGeom prst="rect">
            <a:avLst/>
          </a:prstGeom>
        </p:spPr>
      </p:pic>
      <p:pic>
        <p:nvPicPr>
          <p:cNvPr id="4" name="Gráfico 3">
            <a:extLst>
              <a:ext uri="{FF2B5EF4-FFF2-40B4-BE49-F238E27FC236}">
                <a16:creationId xmlns:a16="http://schemas.microsoft.com/office/drawing/2014/main" id="{107FDEED-DA50-5F4D-8EC4-78D9AC9E04B2}"/>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671534" y="473678"/>
            <a:ext cx="1030504" cy="910799"/>
          </a:xfrm>
          <a:prstGeom prst="rect">
            <a:avLst/>
          </a:prstGeom>
        </p:spPr>
      </p:pic>
    </p:spTree>
    <p:extLst>
      <p:ext uri="{BB962C8B-B14F-4D97-AF65-F5344CB8AC3E}">
        <p14:creationId xmlns:p14="http://schemas.microsoft.com/office/powerpoint/2010/main" val="19448660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ivisión B">
    <p:spTree>
      <p:nvGrpSpPr>
        <p:cNvPr id="1" name=""/>
        <p:cNvGrpSpPr/>
        <p:nvPr/>
      </p:nvGrpSpPr>
      <p:grpSpPr>
        <a:xfrm>
          <a:off x="0" y="0"/>
          <a:ext cx="0" cy="0"/>
          <a:chOff x="0" y="0"/>
          <a:chExt cx="0" cy="0"/>
        </a:xfrm>
      </p:grpSpPr>
      <p:sp>
        <p:nvSpPr>
          <p:cNvPr id="6" name="Rectángulo 5">
            <a:extLst>
              <a:ext uri="{FF2B5EF4-FFF2-40B4-BE49-F238E27FC236}">
                <a16:creationId xmlns:a16="http://schemas.microsoft.com/office/drawing/2014/main" id="{7482FDB0-1956-B24A-9FAC-F5BAC86FAB57}"/>
              </a:ext>
            </a:extLst>
          </p:cNvPr>
          <p:cNvSpPr/>
          <p:nvPr userDrawn="1"/>
        </p:nvSpPr>
        <p:spPr>
          <a:xfrm>
            <a:off x="5578475" y="-136525"/>
            <a:ext cx="6783388" cy="713105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8" name="Marcador de posición de imagen 2">
            <a:extLst>
              <a:ext uri="{FF2B5EF4-FFF2-40B4-BE49-F238E27FC236}">
                <a16:creationId xmlns:a16="http://schemas.microsoft.com/office/drawing/2014/main" id="{711C668F-59A2-4D4C-BB85-FA31A95EA890}"/>
              </a:ext>
            </a:extLst>
          </p:cNvPr>
          <p:cNvSpPr>
            <a:spLocks noGrp="1"/>
          </p:cNvSpPr>
          <p:nvPr>
            <p:ph type="pic" sz="quarter" idx="10"/>
          </p:nvPr>
        </p:nvSpPr>
        <p:spPr>
          <a:xfrm>
            <a:off x="5578353" y="-136525"/>
            <a:ext cx="6783388" cy="7131050"/>
          </a:xfrm>
          <a:prstGeom prst="rect">
            <a:avLst/>
          </a:prstGeom>
        </p:spPr>
        <p:txBody>
          <a:bodyPr anchor="ctr"/>
          <a:lstStyle>
            <a:lvl1pPr marL="0" indent="0" algn="ctr">
              <a:buNone/>
              <a:defRPr/>
            </a:lvl1pPr>
          </a:lstStyle>
          <a:p>
            <a:endParaRPr lang="es-CO"/>
          </a:p>
        </p:txBody>
      </p:sp>
      <p:sp>
        <p:nvSpPr>
          <p:cNvPr id="5" name="Rectángulo 4">
            <a:extLst>
              <a:ext uri="{FF2B5EF4-FFF2-40B4-BE49-F238E27FC236}">
                <a16:creationId xmlns:a16="http://schemas.microsoft.com/office/drawing/2014/main" id="{DF62300E-9AF7-C744-8810-3D8B01FF0EDA}"/>
              </a:ext>
            </a:extLst>
          </p:cNvPr>
          <p:cNvSpPr/>
          <p:nvPr userDrawn="1"/>
        </p:nvSpPr>
        <p:spPr>
          <a:xfrm>
            <a:off x="2197290" y="5158854"/>
            <a:ext cx="10164695" cy="1107252"/>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12" name="Marcador de título 1">
            <a:extLst>
              <a:ext uri="{FF2B5EF4-FFF2-40B4-BE49-F238E27FC236}">
                <a16:creationId xmlns:a16="http://schemas.microsoft.com/office/drawing/2014/main" id="{CBA4ECBA-158E-F64D-AD06-46687ADE7B5E}"/>
              </a:ext>
            </a:extLst>
          </p:cNvPr>
          <p:cNvSpPr>
            <a:spLocks noGrp="1"/>
          </p:cNvSpPr>
          <p:nvPr>
            <p:ph type="title" hasCustomPrompt="1"/>
          </p:nvPr>
        </p:nvSpPr>
        <p:spPr>
          <a:xfrm>
            <a:off x="2638867" y="5336273"/>
            <a:ext cx="9063171" cy="820649"/>
          </a:xfrm>
          <a:prstGeom prst="rect">
            <a:avLst/>
          </a:prstGeom>
        </p:spPr>
        <p:txBody>
          <a:bodyPr vert="horz" lIns="91440" tIns="45720" rIns="91440" bIns="45720" rtlCol="0" anchor="ctr">
            <a:noAutofit/>
          </a:bodyPr>
          <a:lstStyle>
            <a:lvl1pPr algn="l">
              <a:defRPr sz="2800" b="0">
                <a:solidFill>
                  <a:schemeClr val="bg1"/>
                </a:solidFill>
              </a:defRPr>
            </a:lvl1pPr>
          </a:lstStyle>
          <a:p>
            <a:r>
              <a:rPr lang="es-ES"/>
              <a:t>Título de la sección</a:t>
            </a:r>
            <a:endParaRPr lang="es-CO"/>
          </a:p>
        </p:txBody>
      </p:sp>
      <p:pic>
        <p:nvPicPr>
          <p:cNvPr id="7" name="Gráfico 6">
            <a:extLst>
              <a:ext uri="{FF2B5EF4-FFF2-40B4-BE49-F238E27FC236}">
                <a16:creationId xmlns:a16="http://schemas.microsoft.com/office/drawing/2014/main" id="{B74B9A36-CCE1-1E4A-91A3-9AB71D15FDF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0527" y="473679"/>
            <a:ext cx="2180713" cy="910799"/>
          </a:xfrm>
          <a:prstGeom prst="rect">
            <a:avLst/>
          </a:prstGeom>
        </p:spPr>
      </p:pic>
    </p:spTree>
    <p:extLst>
      <p:ext uri="{BB962C8B-B14F-4D97-AF65-F5344CB8AC3E}">
        <p14:creationId xmlns:p14="http://schemas.microsoft.com/office/powerpoint/2010/main" val="40318422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visión C">
    <p:bg>
      <p:bgPr>
        <a:solidFill>
          <a:srgbClr val="5454E9"/>
        </a:solidFill>
        <a:effectLst/>
      </p:bgPr>
    </p:bg>
    <p:spTree>
      <p:nvGrpSpPr>
        <p:cNvPr id="1" name=""/>
        <p:cNvGrpSpPr/>
        <p:nvPr/>
      </p:nvGrpSpPr>
      <p:grpSpPr>
        <a:xfrm>
          <a:off x="0" y="0"/>
          <a:ext cx="0" cy="0"/>
          <a:chOff x="0" y="0"/>
          <a:chExt cx="0" cy="0"/>
        </a:xfrm>
      </p:grpSpPr>
      <p:sp>
        <p:nvSpPr>
          <p:cNvPr id="8" name="Rectángulo 7">
            <a:extLst>
              <a:ext uri="{FF2B5EF4-FFF2-40B4-BE49-F238E27FC236}">
                <a16:creationId xmlns:a16="http://schemas.microsoft.com/office/drawing/2014/main" id="{18CB1126-B7E9-FB47-BF9C-5C60C4BCC98B}"/>
              </a:ext>
            </a:extLst>
          </p:cNvPr>
          <p:cNvSpPr/>
          <p:nvPr userDrawn="1"/>
        </p:nvSpPr>
        <p:spPr>
          <a:xfrm>
            <a:off x="5213445" y="5786654"/>
            <a:ext cx="6975380" cy="1064526"/>
          </a:xfrm>
          <a:prstGeom prst="rect">
            <a:avLst/>
          </a:prstGeom>
          <a:solidFill>
            <a:srgbClr val="4CBA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7" name="Rectángulo 6">
            <a:extLst>
              <a:ext uri="{FF2B5EF4-FFF2-40B4-BE49-F238E27FC236}">
                <a16:creationId xmlns:a16="http://schemas.microsoft.com/office/drawing/2014/main" id="{D57847C2-6AAA-244D-9DCE-011D70428A54}"/>
              </a:ext>
            </a:extLst>
          </p:cNvPr>
          <p:cNvSpPr/>
          <p:nvPr userDrawn="1"/>
        </p:nvSpPr>
        <p:spPr>
          <a:xfrm>
            <a:off x="3903260" y="4616244"/>
            <a:ext cx="8285565" cy="155254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2" name="Marcador de título 1">
            <a:extLst>
              <a:ext uri="{FF2B5EF4-FFF2-40B4-BE49-F238E27FC236}">
                <a16:creationId xmlns:a16="http://schemas.microsoft.com/office/drawing/2014/main" id="{AFB8719D-715E-23DB-8426-45F130FE1DFC}"/>
              </a:ext>
            </a:extLst>
          </p:cNvPr>
          <p:cNvSpPr>
            <a:spLocks noGrp="1"/>
          </p:cNvSpPr>
          <p:nvPr>
            <p:ph type="title" hasCustomPrompt="1"/>
          </p:nvPr>
        </p:nvSpPr>
        <p:spPr>
          <a:xfrm>
            <a:off x="4258788" y="4858604"/>
            <a:ext cx="7628412" cy="1078174"/>
          </a:xfrm>
          <a:prstGeom prst="rect">
            <a:avLst/>
          </a:prstGeom>
        </p:spPr>
        <p:txBody>
          <a:bodyPr vert="horz" lIns="91440" tIns="45720" rIns="91440" bIns="45720" rtlCol="0" anchor="ctr">
            <a:noAutofit/>
          </a:bodyPr>
          <a:lstStyle>
            <a:lvl1pPr algn="l">
              <a:defRPr sz="2800" b="0">
                <a:solidFill>
                  <a:srgbClr val="5454E9"/>
                </a:solidFill>
              </a:defRPr>
            </a:lvl1pPr>
          </a:lstStyle>
          <a:p>
            <a:r>
              <a:rPr lang="es-ES"/>
              <a:t>Título de la sección</a:t>
            </a:r>
            <a:endParaRPr lang="es-CO"/>
          </a:p>
        </p:txBody>
      </p:sp>
      <p:sp>
        <p:nvSpPr>
          <p:cNvPr id="12" name="Marcador de título 1">
            <a:extLst>
              <a:ext uri="{FF2B5EF4-FFF2-40B4-BE49-F238E27FC236}">
                <a16:creationId xmlns:a16="http://schemas.microsoft.com/office/drawing/2014/main" id="{5559A92C-15FD-1442-8D59-E376861021A9}"/>
              </a:ext>
            </a:extLst>
          </p:cNvPr>
          <p:cNvSpPr txBox="1">
            <a:spLocks/>
          </p:cNvSpPr>
          <p:nvPr userDrawn="1"/>
        </p:nvSpPr>
        <p:spPr>
          <a:xfrm>
            <a:off x="5595582" y="6318917"/>
            <a:ext cx="6291617" cy="453676"/>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2800" b="0" kern="1200">
                <a:solidFill>
                  <a:srgbClr val="5454E9"/>
                </a:solidFill>
                <a:latin typeface="+mj-lt"/>
                <a:ea typeface="+mj-ea"/>
                <a:cs typeface="+mj-cs"/>
              </a:defRPr>
            </a:lvl1pPr>
          </a:lstStyle>
          <a:p>
            <a:pPr fontAlgn="auto">
              <a:spcAft>
                <a:spcPts val="0"/>
              </a:spcAft>
            </a:pPr>
            <a:r>
              <a:rPr lang="es-ES" sz="1800" err="1">
                <a:solidFill>
                  <a:schemeClr val="bg1"/>
                </a:solidFill>
              </a:rPr>
              <a:t>Click</a:t>
            </a:r>
            <a:r>
              <a:rPr lang="es-ES" sz="1800">
                <a:solidFill>
                  <a:schemeClr val="bg1"/>
                </a:solidFill>
              </a:rPr>
              <a:t> para agregar texto</a:t>
            </a:r>
            <a:endParaRPr lang="es-CO" sz="1800">
              <a:solidFill>
                <a:schemeClr val="bg1"/>
              </a:solidFill>
            </a:endParaRPr>
          </a:p>
        </p:txBody>
      </p:sp>
      <p:pic>
        <p:nvPicPr>
          <p:cNvPr id="10" name="Gráfico 9">
            <a:extLst>
              <a:ext uri="{FF2B5EF4-FFF2-40B4-BE49-F238E27FC236}">
                <a16:creationId xmlns:a16="http://schemas.microsoft.com/office/drawing/2014/main" id="{5433354A-5024-1E42-81D7-50274D5DEBFF}"/>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67764" y="475179"/>
            <a:ext cx="2177122" cy="909299"/>
          </a:xfrm>
          <a:prstGeom prst="rect">
            <a:avLst/>
          </a:prstGeom>
        </p:spPr>
      </p:pic>
      <p:pic>
        <p:nvPicPr>
          <p:cNvPr id="11" name="Gráfico 10">
            <a:extLst>
              <a:ext uri="{FF2B5EF4-FFF2-40B4-BE49-F238E27FC236}">
                <a16:creationId xmlns:a16="http://schemas.microsoft.com/office/drawing/2014/main" id="{4CE34500-F053-3F45-A027-9CB0D2540894}"/>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715443" y="475179"/>
            <a:ext cx="1005618" cy="888804"/>
          </a:xfrm>
          <a:prstGeom prst="rect">
            <a:avLst/>
          </a:prstGeom>
        </p:spPr>
      </p:pic>
    </p:spTree>
    <p:extLst>
      <p:ext uri="{BB962C8B-B14F-4D97-AF65-F5344CB8AC3E}">
        <p14:creationId xmlns:p14="http://schemas.microsoft.com/office/powerpoint/2010/main" val="16490949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División D">
    <p:bg>
      <p:bgPr>
        <a:solidFill>
          <a:schemeClr val="bg1"/>
        </a:solidFill>
        <a:effectLst/>
      </p:bgPr>
    </p:bg>
    <p:spTree>
      <p:nvGrpSpPr>
        <p:cNvPr id="1" name=""/>
        <p:cNvGrpSpPr/>
        <p:nvPr/>
      </p:nvGrpSpPr>
      <p:grpSpPr>
        <a:xfrm>
          <a:off x="0" y="0"/>
          <a:ext cx="0" cy="0"/>
          <a:chOff x="0" y="0"/>
          <a:chExt cx="0" cy="0"/>
        </a:xfrm>
      </p:grpSpPr>
      <p:sp>
        <p:nvSpPr>
          <p:cNvPr id="9" name="Rectángulo 8">
            <a:extLst>
              <a:ext uri="{FF2B5EF4-FFF2-40B4-BE49-F238E27FC236}">
                <a16:creationId xmlns:a16="http://schemas.microsoft.com/office/drawing/2014/main" id="{E7AD0216-A3FA-5C47-A58F-E913DAAAEF37}"/>
              </a:ext>
            </a:extLst>
          </p:cNvPr>
          <p:cNvSpPr/>
          <p:nvPr userDrawn="1"/>
        </p:nvSpPr>
        <p:spPr>
          <a:xfrm>
            <a:off x="-122830" y="2006221"/>
            <a:ext cx="12484815" cy="4954137"/>
          </a:xfrm>
          <a:prstGeom prst="rect">
            <a:avLst/>
          </a:prstGeom>
          <a:solidFill>
            <a:srgbClr val="545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pic>
        <p:nvPicPr>
          <p:cNvPr id="6" name="Gráfico 5">
            <a:extLst>
              <a:ext uri="{FF2B5EF4-FFF2-40B4-BE49-F238E27FC236}">
                <a16:creationId xmlns:a16="http://schemas.microsoft.com/office/drawing/2014/main" id="{E35F4BA0-2368-B84A-89F1-6DF87DB538CE}"/>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88456" y="5519304"/>
            <a:ext cx="2147872" cy="834947"/>
          </a:xfrm>
          <a:prstGeom prst="rect">
            <a:avLst/>
          </a:prstGeom>
        </p:spPr>
      </p:pic>
      <p:sp>
        <p:nvSpPr>
          <p:cNvPr id="7" name="Rectángulo 6">
            <a:extLst>
              <a:ext uri="{FF2B5EF4-FFF2-40B4-BE49-F238E27FC236}">
                <a16:creationId xmlns:a16="http://schemas.microsoft.com/office/drawing/2014/main" id="{D57847C2-6AAA-244D-9DCE-011D70428A54}"/>
              </a:ext>
            </a:extLst>
          </p:cNvPr>
          <p:cNvSpPr/>
          <p:nvPr userDrawn="1"/>
        </p:nvSpPr>
        <p:spPr>
          <a:xfrm>
            <a:off x="-122830" y="1269243"/>
            <a:ext cx="8761863" cy="730156"/>
          </a:xfrm>
          <a:prstGeom prst="rect">
            <a:avLst/>
          </a:prstGeom>
          <a:solidFill>
            <a:srgbClr val="865C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2" name="Marcador de título 1">
            <a:extLst>
              <a:ext uri="{FF2B5EF4-FFF2-40B4-BE49-F238E27FC236}">
                <a16:creationId xmlns:a16="http://schemas.microsoft.com/office/drawing/2014/main" id="{AFB8719D-715E-23DB-8426-45F130FE1DFC}"/>
              </a:ext>
            </a:extLst>
          </p:cNvPr>
          <p:cNvSpPr>
            <a:spLocks noGrp="1"/>
          </p:cNvSpPr>
          <p:nvPr>
            <p:ph type="title" hasCustomPrompt="1"/>
          </p:nvPr>
        </p:nvSpPr>
        <p:spPr>
          <a:xfrm>
            <a:off x="642131" y="1269242"/>
            <a:ext cx="7628412" cy="736979"/>
          </a:xfrm>
          <a:prstGeom prst="rect">
            <a:avLst/>
          </a:prstGeom>
        </p:spPr>
        <p:txBody>
          <a:bodyPr vert="horz" lIns="91440" tIns="45720" rIns="91440" bIns="45720" rtlCol="0" anchor="ctr">
            <a:noAutofit/>
          </a:bodyPr>
          <a:lstStyle>
            <a:lvl1pPr algn="l">
              <a:defRPr sz="2000" b="0">
                <a:solidFill>
                  <a:schemeClr val="bg1"/>
                </a:solidFill>
              </a:defRPr>
            </a:lvl1pPr>
          </a:lstStyle>
          <a:p>
            <a:r>
              <a:rPr lang="es-ES"/>
              <a:t>Título de la sección</a:t>
            </a:r>
            <a:endParaRPr lang="es-CO"/>
          </a:p>
        </p:txBody>
      </p:sp>
      <p:pic>
        <p:nvPicPr>
          <p:cNvPr id="10" name="Gráfico 9">
            <a:extLst>
              <a:ext uri="{FF2B5EF4-FFF2-40B4-BE49-F238E27FC236}">
                <a16:creationId xmlns:a16="http://schemas.microsoft.com/office/drawing/2014/main" id="{D818837D-8498-3948-B306-D6441833CEB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715443" y="5656779"/>
            <a:ext cx="1005618" cy="888804"/>
          </a:xfrm>
          <a:prstGeom prst="rect">
            <a:avLst/>
          </a:prstGeom>
        </p:spPr>
      </p:pic>
    </p:spTree>
    <p:extLst>
      <p:ext uri="{BB962C8B-B14F-4D97-AF65-F5344CB8AC3E}">
        <p14:creationId xmlns:p14="http://schemas.microsoft.com/office/powerpoint/2010/main" val="32476401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División E">
    <p:bg>
      <p:bgPr>
        <a:solidFill>
          <a:srgbClr val="5454E9"/>
        </a:solidFill>
        <a:effectLst/>
      </p:bgPr>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AFB8719D-715E-23DB-8426-45F130FE1DFC}"/>
              </a:ext>
            </a:extLst>
          </p:cNvPr>
          <p:cNvSpPr>
            <a:spLocks noGrp="1"/>
          </p:cNvSpPr>
          <p:nvPr>
            <p:ph type="title" hasCustomPrompt="1"/>
          </p:nvPr>
        </p:nvSpPr>
        <p:spPr>
          <a:xfrm>
            <a:off x="488456" y="3794078"/>
            <a:ext cx="7628412" cy="736979"/>
          </a:xfrm>
          <a:prstGeom prst="rect">
            <a:avLst/>
          </a:prstGeom>
        </p:spPr>
        <p:txBody>
          <a:bodyPr vert="horz" lIns="91440" tIns="45720" rIns="91440" bIns="45720" rtlCol="0" anchor="ctr">
            <a:noAutofit/>
          </a:bodyPr>
          <a:lstStyle>
            <a:lvl1pPr algn="l">
              <a:defRPr sz="3200" b="0">
                <a:solidFill>
                  <a:schemeClr val="bg1"/>
                </a:solidFill>
              </a:defRPr>
            </a:lvl1pPr>
          </a:lstStyle>
          <a:p>
            <a:r>
              <a:rPr lang="es-ES"/>
              <a:t>Título de la sección</a:t>
            </a:r>
            <a:endParaRPr lang="es-CO"/>
          </a:p>
        </p:txBody>
      </p:sp>
      <p:pic>
        <p:nvPicPr>
          <p:cNvPr id="8" name="Gráfico 7">
            <a:extLst>
              <a:ext uri="{FF2B5EF4-FFF2-40B4-BE49-F238E27FC236}">
                <a16:creationId xmlns:a16="http://schemas.microsoft.com/office/drawing/2014/main" id="{651731E9-C150-504E-A383-8F5B71FB086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8345" y="4835139"/>
            <a:ext cx="12908591" cy="1547286"/>
          </a:xfrm>
          <a:prstGeom prst="rect">
            <a:avLst/>
          </a:prstGeom>
        </p:spPr>
      </p:pic>
      <p:pic>
        <p:nvPicPr>
          <p:cNvPr id="5" name="Gráfico 4">
            <a:extLst>
              <a:ext uri="{FF2B5EF4-FFF2-40B4-BE49-F238E27FC236}">
                <a16:creationId xmlns:a16="http://schemas.microsoft.com/office/drawing/2014/main" id="{3749A815-211B-D04F-A10B-7D009842EE73}"/>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467764" y="475179"/>
            <a:ext cx="2177122" cy="909299"/>
          </a:xfrm>
          <a:prstGeom prst="rect">
            <a:avLst/>
          </a:prstGeom>
        </p:spPr>
      </p:pic>
      <p:pic>
        <p:nvPicPr>
          <p:cNvPr id="9" name="Gráfico 8">
            <a:extLst>
              <a:ext uri="{FF2B5EF4-FFF2-40B4-BE49-F238E27FC236}">
                <a16:creationId xmlns:a16="http://schemas.microsoft.com/office/drawing/2014/main" id="{8A9443BE-0DB1-224D-924A-FC6BC2213D63}"/>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0715443" y="475179"/>
            <a:ext cx="1005618" cy="888804"/>
          </a:xfrm>
          <a:prstGeom prst="rect">
            <a:avLst/>
          </a:prstGeom>
        </p:spPr>
      </p:pic>
    </p:spTree>
    <p:extLst>
      <p:ext uri="{BB962C8B-B14F-4D97-AF65-F5344CB8AC3E}">
        <p14:creationId xmlns:p14="http://schemas.microsoft.com/office/powerpoint/2010/main" val="114712717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visión F">
    <p:bg>
      <p:bgPr>
        <a:solidFill>
          <a:schemeClr val="bg1"/>
        </a:solidFill>
        <a:effectLst/>
      </p:bgPr>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AFB8719D-715E-23DB-8426-45F130FE1DFC}"/>
              </a:ext>
            </a:extLst>
          </p:cNvPr>
          <p:cNvSpPr>
            <a:spLocks noGrp="1"/>
          </p:cNvSpPr>
          <p:nvPr>
            <p:ph type="title" hasCustomPrompt="1"/>
          </p:nvPr>
        </p:nvSpPr>
        <p:spPr>
          <a:xfrm>
            <a:off x="488456" y="3794078"/>
            <a:ext cx="7628412" cy="736979"/>
          </a:xfrm>
          <a:prstGeom prst="rect">
            <a:avLst/>
          </a:prstGeom>
        </p:spPr>
        <p:txBody>
          <a:bodyPr vert="horz" lIns="91440" tIns="45720" rIns="91440" bIns="45720" rtlCol="0" anchor="ctr">
            <a:noAutofit/>
          </a:bodyPr>
          <a:lstStyle>
            <a:lvl1pPr algn="l">
              <a:defRPr sz="3200" b="0">
                <a:solidFill>
                  <a:srgbClr val="5454E9"/>
                </a:solidFill>
              </a:defRPr>
            </a:lvl1pPr>
          </a:lstStyle>
          <a:p>
            <a:r>
              <a:rPr lang="es-ES"/>
              <a:t>Título de la sección</a:t>
            </a:r>
            <a:endParaRPr lang="es-CO"/>
          </a:p>
        </p:txBody>
      </p:sp>
      <p:pic>
        <p:nvPicPr>
          <p:cNvPr id="8" name="Gráfico 7">
            <a:extLst>
              <a:ext uri="{FF2B5EF4-FFF2-40B4-BE49-F238E27FC236}">
                <a16:creationId xmlns:a16="http://schemas.microsoft.com/office/drawing/2014/main" id="{651731E9-C150-504E-A383-8F5B71FB086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8345" y="4835139"/>
            <a:ext cx="12908591" cy="1547286"/>
          </a:xfrm>
          <a:prstGeom prst="rect">
            <a:avLst/>
          </a:prstGeom>
        </p:spPr>
      </p:pic>
      <p:pic>
        <p:nvPicPr>
          <p:cNvPr id="6" name="Gráfico 5">
            <a:extLst>
              <a:ext uri="{FF2B5EF4-FFF2-40B4-BE49-F238E27FC236}">
                <a16:creationId xmlns:a16="http://schemas.microsoft.com/office/drawing/2014/main" id="{01466B55-BCED-9E4D-913B-DC22D24A68EE}"/>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470527" y="473679"/>
            <a:ext cx="2180713" cy="910799"/>
          </a:xfrm>
          <a:prstGeom prst="rect">
            <a:avLst/>
          </a:prstGeom>
        </p:spPr>
      </p:pic>
      <p:pic>
        <p:nvPicPr>
          <p:cNvPr id="9" name="Gráfico 8">
            <a:extLst>
              <a:ext uri="{FF2B5EF4-FFF2-40B4-BE49-F238E27FC236}">
                <a16:creationId xmlns:a16="http://schemas.microsoft.com/office/drawing/2014/main" id="{8462D0A8-A0E2-AD43-AE7A-9F0EE8F8BC59}"/>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0712231" y="495278"/>
            <a:ext cx="1006067" cy="889200"/>
          </a:xfrm>
          <a:prstGeom prst="rect">
            <a:avLst/>
          </a:prstGeom>
        </p:spPr>
      </p:pic>
    </p:spTree>
    <p:extLst>
      <p:ext uri="{BB962C8B-B14F-4D97-AF65-F5344CB8AC3E}">
        <p14:creationId xmlns:p14="http://schemas.microsoft.com/office/powerpoint/2010/main" val="155298733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Blanca sin logo">
    <p:spTree>
      <p:nvGrpSpPr>
        <p:cNvPr id="1" name=""/>
        <p:cNvGrpSpPr/>
        <p:nvPr/>
      </p:nvGrpSpPr>
      <p:grpSpPr>
        <a:xfrm>
          <a:off x="0" y="0"/>
          <a:ext cx="0" cy="0"/>
          <a:chOff x="0" y="0"/>
          <a:chExt cx="0" cy="0"/>
        </a:xfrm>
      </p:grpSpPr>
      <p:sp>
        <p:nvSpPr>
          <p:cNvPr id="3" name="Marcador de fecha 2">
            <a:extLst>
              <a:ext uri="{FF2B5EF4-FFF2-40B4-BE49-F238E27FC236}">
                <a16:creationId xmlns:a16="http://schemas.microsoft.com/office/drawing/2014/main" id="{B8825C95-B00A-F94F-AA8B-132BD1D572AD}"/>
              </a:ext>
            </a:extLst>
          </p:cNvPr>
          <p:cNvSpPr>
            <a:spLocks noGrp="1"/>
          </p:cNvSpPr>
          <p:nvPr>
            <p:ph type="dt" sz="half" idx="10"/>
          </p:nvPr>
        </p:nvSpPr>
        <p:spPr/>
        <p:txBody>
          <a:bodyPr/>
          <a:lstStyle/>
          <a:p>
            <a:fld id="{0389DF86-9CF7-644A-ABC2-A5C2ED969516}" type="datetimeFigureOut">
              <a:rPr lang="es-CO" smtClean="0"/>
              <a:pPr/>
              <a:t>25/06/2025</a:t>
            </a:fld>
            <a:endParaRPr lang="es-CO"/>
          </a:p>
        </p:txBody>
      </p:sp>
      <p:sp>
        <p:nvSpPr>
          <p:cNvPr id="4" name="Marcador de pie de página 3">
            <a:extLst>
              <a:ext uri="{FF2B5EF4-FFF2-40B4-BE49-F238E27FC236}">
                <a16:creationId xmlns:a16="http://schemas.microsoft.com/office/drawing/2014/main" id="{7CD977C5-3017-5F44-9832-D154137BFA22}"/>
              </a:ext>
            </a:extLst>
          </p:cNvPr>
          <p:cNvSpPr>
            <a:spLocks noGrp="1"/>
          </p:cNvSpPr>
          <p:nvPr>
            <p:ph type="ftr" sz="quarter" idx="11"/>
          </p:nvPr>
        </p:nvSpPr>
        <p:spPr/>
        <p:txBody>
          <a:bodyPr/>
          <a:lstStyle/>
          <a:p>
            <a:endParaRPr lang="es-CO"/>
          </a:p>
        </p:txBody>
      </p:sp>
      <p:sp>
        <p:nvSpPr>
          <p:cNvPr id="7" name="Título 6">
            <a:extLst>
              <a:ext uri="{FF2B5EF4-FFF2-40B4-BE49-F238E27FC236}">
                <a16:creationId xmlns:a16="http://schemas.microsoft.com/office/drawing/2014/main" id="{F4443051-1DFB-844E-B447-A5E2A8EC67A5}"/>
              </a:ext>
            </a:extLst>
          </p:cNvPr>
          <p:cNvSpPr>
            <a:spLocks noGrp="1"/>
          </p:cNvSpPr>
          <p:nvPr>
            <p:ph type="title" hasCustomPrompt="1"/>
          </p:nvPr>
        </p:nvSpPr>
        <p:spPr>
          <a:xfrm>
            <a:off x="304801" y="1349865"/>
            <a:ext cx="11371383" cy="647748"/>
          </a:xfrm>
          <a:prstGeom prst="rect">
            <a:avLst/>
          </a:prstGeom>
        </p:spPr>
        <p:txBody>
          <a:bodyPr/>
          <a:lstStyle>
            <a:lvl1pPr>
              <a:defRPr sz="2400"/>
            </a:lvl1pPr>
          </a:lstStyle>
          <a:p>
            <a:r>
              <a:rPr lang="es-ES"/>
              <a:t>Título de la diapositiva</a:t>
            </a:r>
            <a:endParaRPr lang="es-CO"/>
          </a:p>
        </p:txBody>
      </p:sp>
      <p:sp>
        <p:nvSpPr>
          <p:cNvPr id="9" name="Marcador de texto 8">
            <a:extLst>
              <a:ext uri="{FF2B5EF4-FFF2-40B4-BE49-F238E27FC236}">
                <a16:creationId xmlns:a16="http://schemas.microsoft.com/office/drawing/2014/main" id="{6607D22F-668C-4E4B-8423-5DA29CE9719E}"/>
              </a:ext>
            </a:extLst>
          </p:cNvPr>
          <p:cNvSpPr>
            <a:spLocks noGrp="1"/>
          </p:cNvSpPr>
          <p:nvPr>
            <p:ph type="body" sz="quarter" idx="12"/>
          </p:nvPr>
        </p:nvSpPr>
        <p:spPr>
          <a:xfrm>
            <a:off x="304801" y="2208628"/>
            <a:ext cx="11371383" cy="3995224"/>
          </a:xfrm>
          <a:prstGeom prst="rect">
            <a:avLst/>
          </a:prstGeom>
        </p:spPr>
        <p:txBody>
          <a:bodyPr/>
          <a:lstStyle>
            <a:lvl1pPr marL="0" indent="0">
              <a:lnSpc>
                <a:spcPct val="100000"/>
              </a:lnSpc>
              <a:buNone/>
              <a:defRPr sz="2000">
                <a:solidFill>
                  <a:schemeClr val="tx1"/>
                </a:solidFill>
              </a:defRPr>
            </a:lvl1pPr>
            <a:lvl2pPr marL="457200" indent="0">
              <a:lnSpc>
                <a:spcPct val="100000"/>
              </a:lnSpc>
              <a:buNone/>
              <a:defRPr sz="1800">
                <a:solidFill>
                  <a:schemeClr val="tx1"/>
                </a:solidFill>
              </a:defRPr>
            </a:lvl2pPr>
            <a:lvl3pPr marL="914400" indent="0">
              <a:lnSpc>
                <a:spcPct val="100000"/>
              </a:lnSpc>
              <a:buNone/>
              <a:defRPr sz="1600">
                <a:solidFill>
                  <a:schemeClr val="tx1"/>
                </a:solidFill>
              </a:defRPr>
            </a:lvl3pPr>
            <a:lvl4pPr marL="1371600" indent="0">
              <a:lnSpc>
                <a:spcPct val="100000"/>
              </a:lnSpc>
              <a:buNone/>
              <a:defRPr sz="1400">
                <a:solidFill>
                  <a:schemeClr val="tx1"/>
                </a:solidFill>
              </a:defRPr>
            </a:lvl4pPr>
            <a:lvl5pPr marL="1828800" indent="0">
              <a:lnSpc>
                <a:spcPct val="100000"/>
              </a:lnSpc>
              <a:buNone/>
              <a:defRPr sz="1400">
                <a:solidFill>
                  <a:schemeClr val="tx1"/>
                </a:solidFill>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pic>
        <p:nvPicPr>
          <p:cNvPr id="8" name="Gráfico 7">
            <a:extLst>
              <a:ext uri="{FF2B5EF4-FFF2-40B4-BE49-F238E27FC236}">
                <a16:creationId xmlns:a16="http://schemas.microsoft.com/office/drawing/2014/main" id="{97E20350-AF53-5348-8C67-42245505E12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262595" y="235458"/>
            <a:ext cx="1473922" cy="615600"/>
          </a:xfrm>
          <a:prstGeom prst="rect">
            <a:avLst/>
          </a:prstGeom>
        </p:spPr>
      </p:pic>
      <p:pic>
        <p:nvPicPr>
          <p:cNvPr id="10" name="Gráfico 9">
            <a:extLst>
              <a:ext uri="{FF2B5EF4-FFF2-40B4-BE49-F238E27FC236}">
                <a16:creationId xmlns:a16="http://schemas.microsoft.com/office/drawing/2014/main" id="{9073DDDA-63CA-164E-B210-1A6E7250EA79}"/>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10912757" y="316775"/>
            <a:ext cx="763427" cy="674746"/>
          </a:xfrm>
          <a:prstGeom prst="rect">
            <a:avLst/>
          </a:prstGeom>
        </p:spPr>
      </p:pic>
    </p:spTree>
    <p:extLst>
      <p:ext uri="{BB962C8B-B14F-4D97-AF65-F5344CB8AC3E}">
        <p14:creationId xmlns:p14="http://schemas.microsoft.com/office/powerpoint/2010/main" val="193468057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ranja azul con logo">
    <p:spTree>
      <p:nvGrpSpPr>
        <p:cNvPr id="1" name=""/>
        <p:cNvGrpSpPr/>
        <p:nvPr/>
      </p:nvGrpSpPr>
      <p:grpSpPr>
        <a:xfrm>
          <a:off x="0" y="0"/>
          <a:ext cx="0" cy="0"/>
          <a:chOff x="0" y="0"/>
          <a:chExt cx="0" cy="0"/>
        </a:xfrm>
      </p:grpSpPr>
      <p:sp>
        <p:nvSpPr>
          <p:cNvPr id="8" name="Rectángulo 7">
            <a:extLst>
              <a:ext uri="{FF2B5EF4-FFF2-40B4-BE49-F238E27FC236}">
                <a16:creationId xmlns:a16="http://schemas.microsoft.com/office/drawing/2014/main" id="{26D8F236-7022-E34C-B233-9027F6DDD739}"/>
              </a:ext>
            </a:extLst>
          </p:cNvPr>
          <p:cNvSpPr/>
          <p:nvPr userDrawn="1"/>
        </p:nvSpPr>
        <p:spPr>
          <a:xfrm>
            <a:off x="-42578" y="-42204"/>
            <a:ext cx="12337742" cy="1111903"/>
          </a:xfrm>
          <a:prstGeom prst="rect">
            <a:avLst/>
          </a:prstGeom>
          <a:solidFill>
            <a:srgbClr val="545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3" name="Marcador de fecha 2">
            <a:extLst>
              <a:ext uri="{FF2B5EF4-FFF2-40B4-BE49-F238E27FC236}">
                <a16:creationId xmlns:a16="http://schemas.microsoft.com/office/drawing/2014/main" id="{B8825C95-B00A-F94F-AA8B-132BD1D572AD}"/>
              </a:ext>
            </a:extLst>
          </p:cNvPr>
          <p:cNvSpPr>
            <a:spLocks noGrp="1"/>
          </p:cNvSpPr>
          <p:nvPr>
            <p:ph type="dt" sz="half" idx="10"/>
          </p:nvPr>
        </p:nvSpPr>
        <p:spPr/>
        <p:txBody>
          <a:bodyPr/>
          <a:lstStyle/>
          <a:p>
            <a:fld id="{0389DF86-9CF7-644A-ABC2-A5C2ED969516}" type="datetimeFigureOut">
              <a:rPr lang="es-CO" smtClean="0"/>
              <a:pPr/>
              <a:t>25/06/2025</a:t>
            </a:fld>
            <a:endParaRPr lang="es-CO"/>
          </a:p>
        </p:txBody>
      </p:sp>
      <p:sp>
        <p:nvSpPr>
          <p:cNvPr id="4" name="Marcador de pie de página 3">
            <a:extLst>
              <a:ext uri="{FF2B5EF4-FFF2-40B4-BE49-F238E27FC236}">
                <a16:creationId xmlns:a16="http://schemas.microsoft.com/office/drawing/2014/main" id="{7CD977C5-3017-5F44-9832-D154137BFA22}"/>
              </a:ext>
            </a:extLst>
          </p:cNvPr>
          <p:cNvSpPr>
            <a:spLocks noGrp="1"/>
          </p:cNvSpPr>
          <p:nvPr>
            <p:ph type="ftr" sz="quarter" idx="11"/>
          </p:nvPr>
        </p:nvSpPr>
        <p:spPr/>
        <p:txBody>
          <a:bodyPr/>
          <a:lstStyle/>
          <a:p>
            <a:endParaRPr lang="es-CO"/>
          </a:p>
        </p:txBody>
      </p:sp>
      <p:pic>
        <p:nvPicPr>
          <p:cNvPr id="5" name="Gráfico 4">
            <a:extLst>
              <a:ext uri="{FF2B5EF4-FFF2-40B4-BE49-F238E27FC236}">
                <a16:creationId xmlns:a16="http://schemas.microsoft.com/office/drawing/2014/main" id="{13F5093F-1AA4-0442-BADB-36A697E09AD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262597" y="395158"/>
            <a:ext cx="1242270" cy="482911"/>
          </a:xfrm>
          <a:prstGeom prst="rect">
            <a:avLst/>
          </a:prstGeom>
        </p:spPr>
      </p:pic>
      <p:sp>
        <p:nvSpPr>
          <p:cNvPr id="9" name="Marcador de texto 8">
            <a:extLst>
              <a:ext uri="{FF2B5EF4-FFF2-40B4-BE49-F238E27FC236}">
                <a16:creationId xmlns:a16="http://schemas.microsoft.com/office/drawing/2014/main" id="{6607D22F-668C-4E4B-8423-5DA29CE9719E}"/>
              </a:ext>
            </a:extLst>
          </p:cNvPr>
          <p:cNvSpPr>
            <a:spLocks noGrp="1"/>
          </p:cNvSpPr>
          <p:nvPr>
            <p:ph type="body" sz="quarter" idx="12"/>
          </p:nvPr>
        </p:nvSpPr>
        <p:spPr>
          <a:xfrm>
            <a:off x="304801" y="2208628"/>
            <a:ext cx="11371383" cy="3995224"/>
          </a:xfrm>
          <a:prstGeom prst="rect">
            <a:avLst/>
          </a:prstGeom>
        </p:spPr>
        <p:txBody>
          <a:bodyPr/>
          <a:lstStyle>
            <a:lvl1pPr marL="0" indent="0">
              <a:lnSpc>
                <a:spcPct val="100000"/>
              </a:lnSpc>
              <a:buNone/>
              <a:defRPr sz="2000">
                <a:solidFill>
                  <a:schemeClr val="tx1"/>
                </a:solidFill>
              </a:defRPr>
            </a:lvl1pPr>
            <a:lvl2pPr marL="457200" indent="0">
              <a:lnSpc>
                <a:spcPct val="100000"/>
              </a:lnSpc>
              <a:buNone/>
              <a:defRPr sz="1800">
                <a:solidFill>
                  <a:schemeClr val="tx1"/>
                </a:solidFill>
              </a:defRPr>
            </a:lvl2pPr>
            <a:lvl3pPr marL="914400" indent="0">
              <a:lnSpc>
                <a:spcPct val="100000"/>
              </a:lnSpc>
              <a:buNone/>
              <a:defRPr sz="1600">
                <a:solidFill>
                  <a:schemeClr val="tx1"/>
                </a:solidFill>
              </a:defRPr>
            </a:lvl3pPr>
            <a:lvl4pPr marL="1371600" indent="0">
              <a:lnSpc>
                <a:spcPct val="100000"/>
              </a:lnSpc>
              <a:buNone/>
              <a:defRPr sz="1400">
                <a:solidFill>
                  <a:schemeClr val="tx1"/>
                </a:solidFill>
              </a:defRPr>
            </a:lvl4pPr>
            <a:lvl5pPr marL="1828800" indent="0">
              <a:lnSpc>
                <a:spcPct val="100000"/>
              </a:lnSpc>
              <a:buNone/>
              <a:defRPr sz="1400">
                <a:solidFill>
                  <a:schemeClr val="tx1"/>
                </a:solidFill>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11" name="Rectángulo 10">
            <a:extLst>
              <a:ext uri="{FF2B5EF4-FFF2-40B4-BE49-F238E27FC236}">
                <a16:creationId xmlns:a16="http://schemas.microsoft.com/office/drawing/2014/main" id="{BBDFF49B-82AF-F744-9E06-506CD7FD18DE}"/>
              </a:ext>
            </a:extLst>
          </p:cNvPr>
          <p:cNvSpPr/>
          <p:nvPr userDrawn="1"/>
        </p:nvSpPr>
        <p:spPr>
          <a:xfrm>
            <a:off x="-42578" y="1069698"/>
            <a:ext cx="7554726" cy="858763"/>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7" name="Título 6">
            <a:extLst>
              <a:ext uri="{FF2B5EF4-FFF2-40B4-BE49-F238E27FC236}">
                <a16:creationId xmlns:a16="http://schemas.microsoft.com/office/drawing/2014/main" id="{F4443051-1DFB-844E-B447-A5E2A8EC67A5}"/>
              </a:ext>
            </a:extLst>
          </p:cNvPr>
          <p:cNvSpPr>
            <a:spLocks noGrp="1"/>
          </p:cNvSpPr>
          <p:nvPr>
            <p:ph type="title" hasCustomPrompt="1"/>
          </p:nvPr>
        </p:nvSpPr>
        <p:spPr>
          <a:xfrm>
            <a:off x="304802" y="1321729"/>
            <a:ext cx="7052602" cy="578596"/>
          </a:xfrm>
          <a:prstGeom prst="rect">
            <a:avLst/>
          </a:prstGeom>
        </p:spPr>
        <p:txBody>
          <a:bodyPr/>
          <a:lstStyle>
            <a:lvl1pPr>
              <a:defRPr sz="2400">
                <a:solidFill>
                  <a:schemeClr val="bg1"/>
                </a:solidFill>
              </a:defRPr>
            </a:lvl1pPr>
          </a:lstStyle>
          <a:p>
            <a:r>
              <a:rPr lang="es-ES"/>
              <a:t>Título de la diapositiva</a:t>
            </a:r>
            <a:endParaRPr lang="es-CO"/>
          </a:p>
        </p:txBody>
      </p:sp>
      <p:pic>
        <p:nvPicPr>
          <p:cNvPr id="13" name="Gráfico 12">
            <a:extLst>
              <a:ext uri="{FF2B5EF4-FFF2-40B4-BE49-F238E27FC236}">
                <a16:creationId xmlns:a16="http://schemas.microsoft.com/office/drawing/2014/main" id="{DE549399-5401-6443-BDC4-AAEAB39C1C70}"/>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62595" y="235458"/>
            <a:ext cx="1470672" cy="614242"/>
          </a:xfrm>
          <a:prstGeom prst="rect">
            <a:avLst/>
          </a:prstGeom>
        </p:spPr>
      </p:pic>
      <p:pic>
        <p:nvPicPr>
          <p:cNvPr id="14" name="Gráfico 13">
            <a:extLst>
              <a:ext uri="{FF2B5EF4-FFF2-40B4-BE49-F238E27FC236}">
                <a16:creationId xmlns:a16="http://schemas.microsoft.com/office/drawing/2014/main" id="{372CEFBA-AC57-5448-B186-A41214D87EBF}"/>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1164550" y="282084"/>
            <a:ext cx="761678" cy="673200"/>
          </a:xfrm>
          <a:prstGeom prst="rect">
            <a:avLst/>
          </a:prstGeom>
        </p:spPr>
      </p:pic>
    </p:spTree>
    <p:extLst>
      <p:ext uri="{BB962C8B-B14F-4D97-AF65-F5344CB8AC3E}">
        <p14:creationId xmlns:p14="http://schemas.microsoft.com/office/powerpoint/2010/main" val="412103134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Franja vertical derecha">
    <p:spTree>
      <p:nvGrpSpPr>
        <p:cNvPr id="1" name=""/>
        <p:cNvGrpSpPr/>
        <p:nvPr/>
      </p:nvGrpSpPr>
      <p:grpSpPr>
        <a:xfrm>
          <a:off x="0" y="0"/>
          <a:ext cx="0" cy="0"/>
          <a:chOff x="0" y="0"/>
          <a:chExt cx="0" cy="0"/>
        </a:xfrm>
      </p:grpSpPr>
      <p:sp>
        <p:nvSpPr>
          <p:cNvPr id="7" name="Título 6">
            <a:extLst>
              <a:ext uri="{FF2B5EF4-FFF2-40B4-BE49-F238E27FC236}">
                <a16:creationId xmlns:a16="http://schemas.microsoft.com/office/drawing/2014/main" id="{F4443051-1DFB-844E-B447-A5E2A8EC67A5}"/>
              </a:ext>
            </a:extLst>
          </p:cNvPr>
          <p:cNvSpPr>
            <a:spLocks noGrp="1"/>
          </p:cNvSpPr>
          <p:nvPr>
            <p:ph type="title" hasCustomPrompt="1"/>
          </p:nvPr>
        </p:nvSpPr>
        <p:spPr>
          <a:xfrm>
            <a:off x="304802" y="1349865"/>
            <a:ext cx="5575494" cy="647748"/>
          </a:xfrm>
          <a:prstGeom prst="rect">
            <a:avLst/>
          </a:prstGeom>
        </p:spPr>
        <p:txBody>
          <a:bodyPr/>
          <a:lstStyle>
            <a:lvl1pPr>
              <a:defRPr sz="2200"/>
            </a:lvl1pPr>
          </a:lstStyle>
          <a:p>
            <a:r>
              <a:rPr lang="es-ES"/>
              <a:t>Título de la diapositiva</a:t>
            </a:r>
            <a:endParaRPr lang="es-CO"/>
          </a:p>
        </p:txBody>
      </p:sp>
      <p:sp>
        <p:nvSpPr>
          <p:cNvPr id="9" name="Marcador de texto 8">
            <a:extLst>
              <a:ext uri="{FF2B5EF4-FFF2-40B4-BE49-F238E27FC236}">
                <a16:creationId xmlns:a16="http://schemas.microsoft.com/office/drawing/2014/main" id="{6607D22F-668C-4E4B-8423-5DA29CE9719E}"/>
              </a:ext>
            </a:extLst>
          </p:cNvPr>
          <p:cNvSpPr>
            <a:spLocks noGrp="1"/>
          </p:cNvSpPr>
          <p:nvPr>
            <p:ph type="body" sz="quarter" idx="12"/>
          </p:nvPr>
        </p:nvSpPr>
        <p:spPr>
          <a:xfrm>
            <a:off x="304802" y="2208628"/>
            <a:ext cx="5575494" cy="3995224"/>
          </a:xfrm>
          <a:prstGeom prst="rect">
            <a:avLst/>
          </a:prstGeom>
        </p:spPr>
        <p:txBody>
          <a:bodyPr/>
          <a:lstStyle>
            <a:lvl1pPr marL="0" indent="0">
              <a:lnSpc>
                <a:spcPct val="100000"/>
              </a:lnSpc>
              <a:buNone/>
              <a:defRPr sz="2000">
                <a:solidFill>
                  <a:schemeClr val="tx1"/>
                </a:solidFill>
              </a:defRPr>
            </a:lvl1pPr>
            <a:lvl2pPr marL="457200" indent="0">
              <a:lnSpc>
                <a:spcPct val="100000"/>
              </a:lnSpc>
              <a:buNone/>
              <a:defRPr sz="1800">
                <a:solidFill>
                  <a:schemeClr val="tx1"/>
                </a:solidFill>
              </a:defRPr>
            </a:lvl2pPr>
            <a:lvl3pPr marL="914400" indent="0">
              <a:lnSpc>
                <a:spcPct val="100000"/>
              </a:lnSpc>
              <a:buNone/>
              <a:defRPr sz="1600">
                <a:solidFill>
                  <a:schemeClr val="tx1"/>
                </a:solidFill>
              </a:defRPr>
            </a:lvl3pPr>
            <a:lvl4pPr marL="1371600" indent="0">
              <a:lnSpc>
                <a:spcPct val="100000"/>
              </a:lnSpc>
              <a:buNone/>
              <a:defRPr sz="1400">
                <a:solidFill>
                  <a:schemeClr val="tx1"/>
                </a:solidFill>
              </a:defRPr>
            </a:lvl4pPr>
            <a:lvl5pPr marL="1828800" indent="0">
              <a:lnSpc>
                <a:spcPct val="100000"/>
              </a:lnSpc>
              <a:buNone/>
              <a:defRPr sz="1400">
                <a:solidFill>
                  <a:schemeClr val="tx1"/>
                </a:solidFill>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8" name="Rectángulo 7">
            <a:extLst>
              <a:ext uri="{FF2B5EF4-FFF2-40B4-BE49-F238E27FC236}">
                <a16:creationId xmlns:a16="http://schemas.microsoft.com/office/drawing/2014/main" id="{1752759E-8F1F-CA4F-BD59-0DF228699E41}"/>
              </a:ext>
            </a:extLst>
          </p:cNvPr>
          <p:cNvSpPr/>
          <p:nvPr userDrawn="1"/>
        </p:nvSpPr>
        <p:spPr>
          <a:xfrm flipV="1">
            <a:off x="6094413" y="-126611"/>
            <a:ext cx="6200752" cy="7090118"/>
          </a:xfrm>
          <a:prstGeom prst="rect">
            <a:avLst/>
          </a:prstGeom>
          <a:solidFill>
            <a:srgbClr val="545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10" name="Rectángulo 9">
            <a:extLst>
              <a:ext uri="{FF2B5EF4-FFF2-40B4-BE49-F238E27FC236}">
                <a16:creationId xmlns:a16="http://schemas.microsoft.com/office/drawing/2014/main" id="{9CA0EBB9-F320-4743-93CB-0A6146AA02BB}"/>
              </a:ext>
            </a:extLst>
          </p:cNvPr>
          <p:cNvSpPr/>
          <p:nvPr userDrawn="1"/>
        </p:nvSpPr>
        <p:spPr>
          <a:xfrm flipV="1">
            <a:off x="4485993" y="6315757"/>
            <a:ext cx="7809172" cy="647749"/>
          </a:xfrm>
          <a:prstGeom prst="rect">
            <a:avLst/>
          </a:prstGeom>
          <a:solidFill>
            <a:srgbClr val="E968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3" name="Marcador de fecha 2">
            <a:extLst>
              <a:ext uri="{FF2B5EF4-FFF2-40B4-BE49-F238E27FC236}">
                <a16:creationId xmlns:a16="http://schemas.microsoft.com/office/drawing/2014/main" id="{B8825C95-B00A-F94F-AA8B-132BD1D572AD}"/>
              </a:ext>
            </a:extLst>
          </p:cNvPr>
          <p:cNvSpPr>
            <a:spLocks noGrp="1"/>
          </p:cNvSpPr>
          <p:nvPr>
            <p:ph type="dt" sz="half" idx="10"/>
          </p:nvPr>
        </p:nvSpPr>
        <p:spPr>
          <a:xfrm>
            <a:off x="4736124" y="6484018"/>
            <a:ext cx="1428466" cy="251105"/>
          </a:xfrm>
        </p:spPr>
        <p:txBody>
          <a:bodyPr/>
          <a:lstStyle>
            <a:lvl1pPr>
              <a:defRPr>
                <a:solidFill>
                  <a:schemeClr val="bg1"/>
                </a:solidFill>
              </a:defRPr>
            </a:lvl1pPr>
          </a:lstStyle>
          <a:p>
            <a:fld id="{0389DF86-9CF7-644A-ABC2-A5C2ED969516}" type="datetimeFigureOut">
              <a:rPr lang="es-CO" smtClean="0"/>
              <a:pPr/>
              <a:t>25/06/2025</a:t>
            </a:fld>
            <a:endParaRPr lang="es-CO"/>
          </a:p>
        </p:txBody>
      </p:sp>
      <p:sp>
        <p:nvSpPr>
          <p:cNvPr id="4" name="Marcador de pie de página 3">
            <a:extLst>
              <a:ext uri="{FF2B5EF4-FFF2-40B4-BE49-F238E27FC236}">
                <a16:creationId xmlns:a16="http://schemas.microsoft.com/office/drawing/2014/main" id="{7CD977C5-3017-5F44-9832-D154137BFA22}"/>
              </a:ext>
            </a:extLst>
          </p:cNvPr>
          <p:cNvSpPr>
            <a:spLocks noGrp="1"/>
          </p:cNvSpPr>
          <p:nvPr>
            <p:ph type="ftr" sz="quarter" idx="11"/>
          </p:nvPr>
        </p:nvSpPr>
        <p:spPr>
          <a:xfrm>
            <a:off x="6448545" y="6484018"/>
            <a:ext cx="4182961" cy="251105"/>
          </a:xfrm>
        </p:spPr>
        <p:txBody>
          <a:bodyPr/>
          <a:lstStyle>
            <a:lvl1pPr>
              <a:defRPr>
                <a:solidFill>
                  <a:schemeClr val="bg1"/>
                </a:solidFill>
              </a:defRPr>
            </a:lvl1pPr>
          </a:lstStyle>
          <a:p>
            <a:endParaRPr lang="es-CO"/>
          </a:p>
        </p:txBody>
      </p:sp>
      <p:pic>
        <p:nvPicPr>
          <p:cNvPr id="11" name="Gráfico 10">
            <a:extLst>
              <a:ext uri="{FF2B5EF4-FFF2-40B4-BE49-F238E27FC236}">
                <a16:creationId xmlns:a16="http://schemas.microsoft.com/office/drawing/2014/main" id="{A0AA22C5-96DD-B846-85FB-E8B3DC973576}"/>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262595" y="235458"/>
            <a:ext cx="1473922" cy="615600"/>
          </a:xfrm>
          <a:prstGeom prst="rect">
            <a:avLst/>
          </a:prstGeom>
        </p:spPr>
      </p:pic>
    </p:spTree>
    <p:extLst>
      <p:ext uri="{BB962C8B-B14F-4D97-AF65-F5344CB8AC3E}">
        <p14:creationId xmlns:p14="http://schemas.microsoft.com/office/powerpoint/2010/main" val="12320561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Franja vertical izquierda">
    <p:spTree>
      <p:nvGrpSpPr>
        <p:cNvPr id="1" name=""/>
        <p:cNvGrpSpPr/>
        <p:nvPr/>
      </p:nvGrpSpPr>
      <p:grpSpPr>
        <a:xfrm>
          <a:off x="0" y="0"/>
          <a:ext cx="0" cy="0"/>
          <a:chOff x="0" y="0"/>
          <a:chExt cx="0" cy="0"/>
        </a:xfrm>
      </p:grpSpPr>
      <p:sp>
        <p:nvSpPr>
          <p:cNvPr id="8" name="Rectángulo 7">
            <a:extLst>
              <a:ext uri="{FF2B5EF4-FFF2-40B4-BE49-F238E27FC236}">
                <a16:creationId xmlns:a16="http://schemas.microsoft.com/office/drawing/2014/main" id="{1752759E-8F1F-CA4F-BD59-0DF228699E41}"/>
              </a:ext>
            </a:extLst>
          </p:cNvPr>
          <p:cNvSpPr/>
          <p:nvPr userDrawn="1"/>
        </p:nvSpPr>
        <p:spPr>
          <a:xfrm flipV="1">
            <a:off x="-36162" y="-126611"/>
            <a:ext cx="6200752" cy="7090118"/>
          </a:xfrm>
          <a:prstGeom prst="rect">
            <a:avLst/>
          </a:prstGeom>
          <a:solidFill>
            <a:srgbClr val="545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7" name="Título 6">
            <a:extLst>
              <a:ext uri="{FF2B5EF4-FFF2-40B4-BE49-F238E27FC236}">
                <a16:creationId xmlns:a16="http://schemas.microsoft.com/office/drawing/2014/main" id="{F4443051-1DFB-844E-B447-A5E2A8EC67A5}"/>
              </a:ext>
            </a:extLst>
          </p:cNvPr>
          <p:cNvSpPr>
            <a:spLocks noGrp="1"/>
          </p:cNvSpPr>
          <p:nvPr>
            <p:ph type="title" hasCustomPrompt="1"/>
          </p:nvPr>
        </p:nvSpPr>
        <p:spPr>
          <a:xfrm>
            <a:off x="304802" y="1349865"/>
            <a:ext cx="5575494" cy="647748"/>
          </a:xfrm>
          <a:prstGeom prst="rect">
            <a:avLst/>
          </a:prstGeom>
        </p:spPr>
        <p:txBody>
          <a:bodyPr/>
          <a:lstStyle>
            <a:lvl1pPr>
              <a:defRPr sz="2200">
                <a:solidFill>
                  <a:schemeClr val="bg1"/>
                </a:solidFill>
              </a:defRPr>
            </a:lvl1pPr>
          </a:lstStyle>
          <a:p>
            <a:r>
              <a:rPr lang="es-ES"/>
              <a:t>Título de la diapositiva</a:t>
            </a:r>
            <a:endParaRPr lang="es-CO"/>
          </a:p>
        </p:txBody>
      </p:sp>
      <p:sp>
        <p:nvSpPr>
          <p:cNvPr id="9" name="Marcador de texto 8">
            <a:extLst>
              <a:ext uri="{FF2B5EF4-FFF2-40B4-BE49-F238E27FC236}">
                <a16:creationId xmlns:a16="http://schemas.microsoft.com/office/drawing/2014/main" id="{6607D22F-668C-4E4B-8423-5DA29CE9719E}"/>
              </a:ext>
            </a:extLst>
          </p:cNvPr>
          <p:cNvSpPr>
            <a:spLocks noGrp="1"/>
          </p:cNvSpPr>
          <p:nvPr>
            <p:ph type="body" sz="quarter" idx="12"/>
          </p:nvPr>
        </p:nvSpPr>
        <p:spPr>
          <a:xfrm>
            <a:off x="304802" y="2208628"/>
            <a:ext cx="5575494" cy="3995224"/>
          </a:xfrm>
          <a:prstGeom prst="rect">
            <a:avLst/>
          </a:prstGeom>
        </p:spPr>
        <p:txBody>
          <a:bodyPr/>
          <a:lstStyle>
            <a:lvl1pPr marL="0" indent="0">
              <a:lnSpc>
                <a:spcPct val="100000"/>
              </a:lnSpc>
              <a:buNone/>
              <a:defRPr sz="2000">
                <a:solidFill>
                  <a:schemeClr val="bg1"/>
                </a:solidFill>
              </a:defRPr>
            </a:lvl1pPr>
            <a:lvl2pPr marL="457200" indent="0">
              <a:lnSpc>
                <a:spcPct val="100000"/>
              </a:lnSpc>
              <a:buNone/>
              <a:defRPr sz="1800">
                <a:solidFill>
                  <a:schemeClr val="bg1"/>
                </a:solidFill>
              </a:defRPr>
            </a:lvl2pPr>
            <a:lvl3pPr marL="914400" indent="0">
              <a:lnSpc>
                <a:spcPct val="100000"/>
              </a:lnSpc>
              <a:buNone/>
              <a:defRPr sz="1600">
                <a:solidFill>
                  <a:schemeClr val="bg1"/>
                </a:solidFill>
              </a:defRPr>
            </a:lvl3pPr>
            <a:lvl4pPr marL="1371600" indent="0">
              <a:lnSpc>
                <a:spcPct val="100000"/>
              </a:lnSpc>
              <a:buNone/>
              <a:defRPr sz="1400">
                <a:solidFill>
                  <a:schemeClr val="bg1"/>
                </a:solidFill>
              </a:defRPr>
            </a:lvl4pPr>
            <a:lvl5pPr marL="1828800" indent="0">
              <a:lnSpc>
                <a:spcPct val="100000"/>
              </a:lnSpc>
              <a:buNone/>
              <a:defRPr sz="1400">
                <a:solidFill>
                  <a:schemeClr val="bg1"/>
                </a:solidFill>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pic>
        <p:nvPicPr>
          <p:cNvPr id="6" name="Gráfico 5">
            <a:extLst>
              <a:ext uri="{FF2B5EF4-FFF2-40B4-BE49-F238E27FC236}">
                <a16:creationId xmlns:a16="http://schemas.microsoft.com/office/drawing/2014/main" id="{B1EFD37E-104C-0548-B3F4-15247384DFE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262595" y="235458"/>
            <a:ext cx="1470672" cy="614242"/>
          </a:xfrm>
          <a:prstGeom prst="rect">
            <a:avLst/>
          </a:prstGeom>
        </p:spPr>
      </p:pic>
    </p:spTree>
    <p:extLst>
      <p:ext uri="{BB962C8B-B14F-4D97-AF65-F5344CB8AC3E}">
        <p14:creationId xmlns:p14="http://schemas.microsoft.com/office/powerpoint/2010/main" val="27951711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Azul completo">
    <p:bg>
      <p:bgPr>
        <a:solidFill>
          <a:srgbClr val="5454E9"/>
        </a:solidFill>
        <a:effectLst/>
      </p:bgPr>
    </p:bg>
    <p:spTree>
      <p:nvGrpSpPr>
        <p:cNvPr id="1" name=""/>
        <p:cNvGrpSpPr/>
        <p:nvPr/>
      </p:nvGrpSpPr>
      <p:grpSpPr>
        <a:xfrm>
          <a:off x="0" y="0"/>
          <a:ext cx="0" cy="0"/>
          <a:chOff x="0" y="0"/>
          <a:chExt cx="0" cy="0"/>
        </a:xfrm>
      </p:grpSpPr>
      <p:sp>
        <p:nvSpPr>
          <p:cNvPr id="6" name="Rectángulo 5">
            <a:extLst>
              <a:ext uri="{FF2B5EF4-FFF2-40B4-BE49-F238E27FC236}">
                <a16:creationId xmlns:a16="http://schemas.microsoft.com/office/drawing/2014/main" id="{FBF49F41-7172-4448-82B4-B557ED092575}"/>
              </a:ext>
            </a:extLst>
          </p:cNvPr>
          <p:cNvSpPr/>
          <p:nvPr userDrawn="1"/>
        </p:nvSpPr>
        <p:spPr>
          <a:xfrm>
            <a:off x="6004561" y="1005874"/>
            <a:ext cx="6172892" cy="991739"/>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7" name="Título 6">
            <a:extLst>
              <a:ext uri="{FF2B5EF4-FFF2-40B4-BE49-F238E27FC236}">
                <a16:creationId xmlns:a16="http://schemas.microsoft.com/office/drawing/2014/main" id="{F4443051-1DFB-844E-B447-A5E2A8EC67A5}"/>
              </a:ext>
            </a:extLst>
          </p:cNvPr>
          <p:cNvSpPr>
            <a:spLocks noGrp="1"/>
          </p:cNvSpPr>
          <p:nvPr>
            <p:ph type="title" hasCustomPrompt="1"/>
          </p:nvPr>
        </p:nvSpPr>
        <p:spPr>
          <a:xfrm>
            <a:off x="6246054" y="1349865"/>
            <a:ext cx="5458265" cy="366393"/>
          </a:xfrm>
          <a:prstGeom prst="rect">
            <a:avLst/>
          </a:prstGeom>
        </p:spPr>
        <p:txBody>
          <a:bodyPr/>
          <a:lstStyle>
            <a:lvl1pPr>
              <a:defRPr sz="2200">
                <a:solidFill>
                  <a:schemeClr val="tx1"/>
                </a:solidFill>
              </a:defRPr>
            </a:lvl1pPr>
          </a:lstStyle>
          <a:p>
            <a:r>
              <a:rPr lang="es-ES"/>
              <a:t>Título de la diapositiva</a:t>
            </a:r>
            <a:endParaRPr lang="es-CO"/>
          </a:p>
        </p:txBody>
      </p:sp>
      <p:pic>
        <p:nvPicPr>
          <p:cNvPr id="5" name="Gráfico 4">
            <a:extLst>
              <a:ext uri="{FF2B5EF4-FFF2-40B4-BE49-F238E27FC236}">
                <a16:creationId xmlns:a16="http://schemas.microsoft.com/office/drawing/2014/main" id="{9746AA1F-CD74-AB4E-B844-4B601751EAB7}"/>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262595" y="235458"/>
            <a:ext cx="1470672" cy="614242"/>
          </a:xfrm>
          <a:prstGeom prst="rect">
            <a:avLst/>
          </a:prstGeom>
        </p:spPr>
      </p:pic>
    </p:spTree>
    <p:extLst>
      <p:ext uri="{BB962C8B-B14F-4D97-AF65-F5344CB8AC3E}">
        <p14:creationId xmlns:p14="http://schemas.microsoft.com/office/powerpoint/2010/main" val="271010756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Franja vertical con foto">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88290B93-A534-E449-A31D-DD3CC0E59310}"/>
              </a:ext>
            </a:extLst>
          </p:cNvPr>
          <p:cNvSpPr/>
          <p:nvPr userDrawn="1"/>
        </p:nvSpPr>
        <p:spPr>
          <a:xfrm>
            <a:off x="6094412" y="-136525"/>
            <a:ext cx="6234747" cy="7101205"/>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7" name="Título 6">
            <a:extLst>
              <a:ext uri="{FF2B5EF4-FFF2-40B4-BE49-F238E27FC236}">
                <a16:creationId xmlns:a16="http://schemas.microsoft.com/office/drawing/2014/main" id="{F4443051-1DFB-844E-B447-A5E2A8EC67A5}"/>
              </a:ext>
            </a:extLst>
          </p:cNvPr>
          <p:cNvSpPr>
            <a:spLocks noGrp="1"/>
          </p:cNvSpPr>
          <p:nvPr>
            <p:ph type="title" hasCustomPrompt="1"/>
          </p:nvPr>
        </p:nvSpPr>
        <p:spPr>
          <a:xfrm>
            <a:off x="304802" y="1349865"/>
            <a:ext cx="5575494" cy="647748"/>
          </a:xfrm>
          <a:prstGeom prst="rect">
            <a:avLst/>
          </a:prstGeom>
        </p:spPr>
        <p:txBody>
          <a:bodyPr/>
          <a:lstStyle>
            <a:lvl1pPr>
              <a:defRPr sz="2400"/>
            </a:lvl1pPr>
          </a:lstStyle>
          <a:p>
            <a:r>
              <a:rPr lang="es-ES"/>
              <a:t>Título de la diapositiva</a:t>
            </a:r>
            <a:endParaRPr lang="es-CO"/>
          </a:p>
        </p:txBody>
      </p:sp>
      <p:sp>
        <p:nvSpPr>
          <p:cNvPr id="9" name="Marcador de texto 8">
            <a:extLst>
              <a:ext uri="{FF2B5EF4-FFF2-40B4-BE49-F238E27FC236}">
                <a16:creationId xmlns:a16="http://schemas.microsoft.com/office/drawing/2014/main" id="{6607D22F-668C-4E4B-8423-5DA29CE9719E}"/>
              </a:ext>
            </a:extLst>
          </p:cNvPr>
          <p:cNvSpPr>
            <a:spLocks noGrp="1"/>
          </p:cNvSpPr>
          <p:nvPr>
            <p:ph type="body" sz="quarter" idx="12"/>
          </p:nvPr>
        </p:nvSpPr>
        <p:spPr>
          <a:xfrm>
            <a:off x="304802" y="2208628"/>
            <a:ext cx="5575494" cy="3995224"/>
          </a:xfrm>
          <a:prstGeom prst="rect">
            <a:avLst/>
          </a:prstGeom>
        </p:spPr>
        <p:txBody>
          <a:bodyPr/>
          <a:lstStyle>
            <a:lvl1pPr marL="0" indent="0">
              <a:lnSpc>
                <a:spcPct val="100000"/>
              </a:lnSpc>
              <a:buNone/>
              <a:defRPr sz="2000">
                <a:solidFill>
                  <a:schemeClr val="tx1"/>
                </a:solidFill>
              </a:defRPr>
            </a:lvl1pPr>
            <a:lvl2pPr marL="457200" indent="0">
              <a:lnSpc>
                <a:spcPct val="100000"/>
              </a:lnSpc>
              <a:buNone/>
              <a:defRPr sz="1800">
                <a:solidFill>
                  <a:schemeClr val="tx1"/>
                </a:solidFill>
              </a:defRPr>
            </a:lvl2pPr>
            <a:lvl3pPr marL="914400" indent="0">
              <a:lnSpc>
                <a:spcPct val="100000"/>
              </a:lnSpc>
              <a:buNone/>
              <a:defRPr sz="1600">
                <a:solidFill>
                  <a:schemeClr val="tx1"/>
                </a:solidFill>
              </a:defRPr>
            </a:lvl3pPr>
            <a:lvl4pPr marL="1371600" indent="0">
              <a:lnSpc>
                <a:spcPct val="100000"/>
              </a:lnSpc>
              <a:buNone/>
              <a:defRPr sz="1400">
                <a:solidFill>
                  <a:schemeClr val="tx1"/>
                </a:solidFill>
              </a:defRPr>
            </a:lvl4pPr>
            <a:lvl5pPr marL="1828800" indent="0">
              <a:lnSpc>
                <a:spcPct val="100000"/>
              </a:lnSpc>
              <a:buNone/>
              <a:defRPr sz="1400">
                <a:solidFill>
                  <a:schemeClr val="tx1"/>
                </a:solidFill>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pic>
        <p:nvPicPr>
          <p:cNvPr id="8" name="Gráfico 7">
            <a:extLst>
              <a:ext uri="{FF2B5EF4-FFF2-40B4-BE49-F238E27FC236}">
                <a16:creationId xmlns:a16="http://schemas.microsoft.com/office/drawing/2014/main" id="{084756FF-4086-4A43-984F-09800BF06DE0}"/>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262595" y="235458"/>
            <a:ext cx="1473922" cy="615600"/>
          </a:xfrm>
          <a:prstGeom prst="rect">
            <a:avLst/>
          </a:prstGeom>
        </p:spPr>
      </p:pic>
      <p:sp>
        <p:nvSpPr>
          <p:cNvPr id="3" name="Marcador de posición de imagen 2">
            <a:extLst>
              <a:ext uri="{FF2B5EF4-FFF2-40B4-BE49-F238E27FC236}">
                <a16:creationId xmlns:a16="http://schemas.microsoft.com/office/drawing/2014/main" id="{AD6584E7-278E-B541-801B-2ED2A0A4ABDE}"/>
              </a:ext>
            </a:extLst>
          </p:cNvPr>
          <p:cNvSpPr>
            <a:spLocks noGrp="1"/>
          </p:cNvSpPr>
          <p:nvPr>
            <p:ph type="pic" sz="quarter" idx="13"/>
          </p:nvPr>
        </p:nvSpPr>
        <p:spPr>
          <a:xfrm>
            <a:off x="6096805" y="-136526"/>
            <a:ext cx="6232353" cy="7101205"/>
          </a:xfrm>
          <a:prstGeom prst="rect">
            <a:avLst/>
          </a:prstGeom>
        </p:spPr>
        <p:txBody>
          <a:bodyPr anchor="ctr"/>
          <a:lstStyle>
            <a:lvl1pPr marL="0" indent="0" algn="ctr">
              <a:buNone/>
              <a:defRPr/>
            </a:lvl1pPr>
          </a:lstStyle>
          <a:p>
            <a:endParaRPr lang="es-CO"/>
          </a:p>
        </p:txBody>
      </p:sp>
    </p:spTree>
    <p:extLst>
      <p:ext uri="{BB962C8B-B14F-4D97-AF65-F5344CB8AC3E}">
        <p14:creationId xmlns:p14="http://schemas.microsoft.com/office/powerpoint/2010/main" val="1927426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Franja azul y franja verde">
    <p:spTree>
      <p:nvGrpSpPr>
        <p:cNvPr id="1" name=""/>
        <p:cNvGrpSpPr/>
        <p:nvPr/>
      </p:nvGrpSpPr>
      <p:grpSpPr>
        <a:xfrm>
          <a:off x="0" y="0"/>
          <a:ext cx="0" cy="0"/>
          <a:chOff x="0" y="0"/>
          <a:chExt cx="0" cy="0"/>
        </a:xfrm>
      </p:grpSpPr>
      <p:sp>
        <p:nvSpPr>
          <p:cNvPr id="8" name="Rectángulo 7">
            <a:extLst>
              <a:ext uri="{FF2B5EF4-FFF2-40B4-BE49-F238E27FC236}">
                <a16:creationId xmlns:a16="http://schemas.microsoft.com/office/drawing/2014/main" id="{26D8F236-7022-E34C-B233-9027F6DDD739}"/>
              </a:ext>
            </a:extLst>
          </p:cNvPr>
          <p:cNvSpPr/>
          <p:nvPr userDrawn="1"/>
        </p:nvSpPr>
        <p:spPr>
          <a:xfrm>
            <a:off x="-42578" y="-42204"/>
            <a:ext cx="12337742" cy="1111903"/>
          </a:xfrm>
          <a:prstGeom prst="rect">
            <a:avLst/>
          </a:prstGeom>
          <a:solidFill>
            <a:srgbClr val="545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3" name="Marcador de fecha 2">
            <a:extLst>
              <a:ext uri="{FF2B5EF4-FFF2-40B4-BE49-F238E27FC236}">
                <a16:creationId xmlns:a16="http://schemas.microsoft.com/office/drawing/2014/main" id="{B8825C95-B00A-F94F-AA8B-132BD1D572AD}"/>
              </a:ext>
            </a:extLst>
          </p:cNvPr>
          <p:cNvSpPr>
            <a:spLocks noGrp="1"/>
          </p:cNvSpPr>
          <p:nvPr>
            <p:ph type="dt" sz="half" idx="10"/>
          </p:nvPr>
        </p:nvSpPr>
        <p:spPr/>
        <p:txBody>
          <a:bodyPr/>
          <a:lstStyle/>
          <a:p>
            <a:fld id="{0389DF86-9CF7-644A-ABC2-A5C2ED969516}" type="datetimeFigureOut">
              <a:rPr lang="es-CO" smtClean="0"/>
              <a:pPr/>
              <a:t>25/06/2025</a:t>
            </a:fld>
            <a:endParaRPr lang="es-CO"/>
          </a:p>
        </p:txBody>
      </p:sp>
      <p:sp>
        <p:nvSpPr>
          <p:cNvPr id="4" name="Marcador de pie de página 3">
            <a:extLst>
              <a:ext uri="{FF2B5EF4-FFF2-40B4-BE49-F238E27FC236}">
                <a16:creationId xmlns:a16="http://schemas.microsoft.com/office/drawing/2014/main" id="{7CD977C5-3017-5F44-9832-D154137BFA22}"/>
              </a:ext>
            </a:extLst>
          </p:cNvPr>
          <p:cNvSpPr>
            <a:spLocks noGrp="1"/>
          </p:cNvSpPr>
          <p:nvPr>
            <p:ph type="ftr" sz="quarter" idx="11"/>
          </p:nvPr>
        </p:nvSpPr>
        <p:spPr/>
        <p:txBody>
          <a:bodyPr/>
          <a:lstStyle/>
          <a:p>
            <a:endParaRPr lang="es-CO"/>
          </a:p>
        </p:txBody>
      </p:sp>
      <p:pic>
        <p:nvPicPr>
          <p:cNvPr id="5" name="Gráfico 4">
            <a:extLst>
              <a:ext uri="{FF2B5EF4-FFF2-40B4-BE49-F238E27FC236}">
                <a16:creationId xmlns:a16="http://schemas.microsoft.com/office/drawing/2014/main" id="{13F5093F-1AA4-0442-BADB-36A697E09AD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262597" y="395158"/>
            <a:ext cx="1242270" cy="482911"/>
          </a:xfrm>
          <a:prstGeom prst="rect">
            <a:avLst/>
          </a:prstGeom>
        </p:spPr>
      </p:pic>
      <p:sp>
        <p:nvSpPr>
          <p:cNvPr id="9" name="Marcador de texto 8">
            <a:extLst>
              <a:ext uri="{FF2B5EF4-FFF2-40B4-BE49-F238E27FC236}">
                <a16:creationId xmlns:a16="http://schemas.microsoft.com/office/drawing/2014/main" id="{6607D22F-668C-4E4B-8423-5DA29CE9719E}"/>
              </a:ext>
            </a:extLst>
          </p:cNvPr>
          <p:cNvSpPr>
            <a:spLocks noGrp="1"/>
          </p:cNvSpPr>
          <p:nvPr>
            <p:ph type="body" sz="quarter" idx="12"/>
          </p:nvPr>
        </p:nvSpPr>
        <p:spPr>
          <a:xfrm>
            <a:off x="304801" y="2208628"/>
            <a:ext cx="11371383" cy="3995224"/>
          </a:xfrm>
          <a:prstGeom prst="rect">
            <a:avLst/>
          </a:prstGeom>
        </p:spPr>
        <p:txBody>
          <a:bodyPr/>
          <a:lstStyle>
            <a:lvl1pPr marL="0" indent="0">
              <a:lnSpc>
                <a:spcPct val="100000"/>
              </a:lnSpc>
              <a:buNone/>
              <a:defRPr sz="2000">
                <a:solidFill>
                  <a:schemeClr val="tx1"/>
                </a:solidFill>
              </a:defRPr>
            </a:lvl1pPr>
            <a:lvl2pPr marL="457200" indent="0">
              <a:lnSpc>
                <a:spcPct val="100000"/>
              </a:lnSpc>
              <a:buNone/>
              <a:defRPr sz="1800">
                <a:solidFill>
                  <a:schemeClr val="tx1"/>
                </a:solidFill>
              </a:defRPr>
            </a:lvl2pPr>
            <a:lvl3pPr marL="914400" indent="0">
              <a:lnSpc>
                <a:spcPct val="100000"/>
              </a:lnSpc>
              <a:buNone/>
              <a:defRPr sz="1600">
                <a:solidFill>
                  <a:schemeClr val="tx1"/>
                </a:solidFill>
              </a:defRPr>
            </a:lvl3pPr>
            <a:lvl4pPr marL="1371600" indent="0">
              <a:lnSpc>
                <a:spcPct val="100000"/>
              </a:lnSpc>
              <a:buNone/>
              <a:defRPr sz="1400">
                <a:solidFill>
                  <a:schemeClr val="tx1"/>
                </a:solidFill>
              </a:defRPr>
            </a:lvl4pPr>
            <a:lvl5pPr marL="1828800" indent="0">
              <a:lnSpc>
                <a:spcPct val="100000"/>
              </a:lnSpc>
              <a:buNone/>
              <a:defRPr sz="1400">
                <a:solidFill>
                  <a:schemeClr val="tx1"/>
                </a:solidFill>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11" name="Rectángulo 10">
            <a:extLst>
              <a:ext uri="{FF2B5EF4-FFF2-40B4-BE49-F238E27FC236}">
                <a16:creationId xmlns:a16="http://schemas.microsoft.com/office/drawing/2014/main" id="{BBDFF49B-82AF-F744-9E06-506CD7FD18DE}"/>
              </a:ext>
            </a:extLst>
          </p:cNvPr>
          <p:cNvSpPr/>
          <p:nvPr userDrawn="1"/>
        </p:nvSpPr>
        <p:spPr>
          <a:xfrm>
            <a:off x="4740438" y="1069698"/>
            <a:ext cx="7554726" cy="858763"/>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7" name="Título 6">
            <a:extLst>
              <a:ext uri="{FF2B5EF4-FFF2-40B4-BE49-F238E27FC236}">
                <a16:creationId xmlns:a16="http://schemas.microsoft.com/office/drawing/2014/main" id="{F4443051-1DFB-844E-B447-A5E2A8EC67A5}"/>
              </a:ext>
            </a:extLst>
          </p:cNvPr>
          <p:cNvSpPr>
            <a:spLocks noGrp="1"/>
          </p:cNvSpPr>
          <p:nvPr>
            <p:ph type="title" hasCustomPrompt="1"/>
          </p:nvPr>
        </p:nvSpPr>
        <p:spPr>
          <a:xfrm>
            <a:off x="4991500" y="1321729"/>
            <a:ext cx="6684684" cy="464868"/>
          </a:xfrm>
          <a:prstGeom prst="rect">
            <a:avLst/>
          </a:prstGeom>
        </p:spPr>
        <p:txBody>
          <a:bodyPr/>
          <a:lstStyle>
            <a:lvl1pPr>
              <a:defRPr sz="2400">
                <a:solidFill>
                  <a:schemeClr val="bg1"/>
                </a:solidFill>
              </a:defRPr>
            </a:lvl1pPr>
          </a:lstStyle>
          <a:p>
            <a:r>
              <a:rPr lang="es-ES"/>
              <a:t>Título de la diapositiva</a:t>
            </a:r>
            <a:endParaRPr lang="es-CO"/>
          </a:p>
        </p:txBody>
      </p:sp>
      <p:pic>
        <p:nvPicPr>
          <p:cNvPr id="12" name="Gráfico 11">
            <a:extLst>
              <a:ext uri="{FF2B5EF4-FFF2-40B4-BE49-F238E27FC236}">
                <a16:creationId xmlns:a16="http://schemas.microsoft.com/office/drawing/2014/main" id="{D9C0086D-53D7-484D-B608-4C6D657045F5}"/>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62595" y="235458"/>
            <a:ext cx="1470672" cy="614242"/>
          </a:xfrm>
          <a:prstGeom prst="rect">
            <a:avLst/>
          </a:prstGeom>
        </p:spPr>
      </p:pic>
    </p:spTree>
    <p:extLst>
      <p:ext uri="{BB962C8B-B14F-4D97-AF65-F5344CB8AC3E}">
        <p14:creationId xmlns:p14="http://schemas.microsoft.com/office/powerpoint/2010/main" val="19265138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Franja azul grande y franja amarillo">
    <p:spTree>
      <p:nvGrpSpPr>
        <p:cNvPr id="1" name=""/>
        <p:cNvGrpSpPr/>
        <p:nvPr/>
      </p:nvGrpSpPr>
      <p:grpSpPr>
        <a:xfrm>
          <a:off x="0" y="0"/>
          <a:ext cx="0" cy="0"/>
          <a:chOff x="0" y="0"/>
          <a:chExt cx="0" cy="0"/>
        </a:xfrm>
      </p:grpSpPr>
      <p:sp>
        <p:nvSpPr>
          <p:cNvPr id="8" name="Rectángulo 7">
            <a:extLst>
              <a:ext uri="{FF2B5EF4-FFF2-40B4-BE49-F238E27FC236}">
                <a16:creationId xmlns:a16="http://schemas.microsoft.com/office/drawing/2014/main" id="{26D8F236-7022-E34C-B233-9027F6DDD739}"/>
              </a:ext>
            </a:extLst>
          </p:cNvPr>
          <p:cNvSpPr/>
          <p:nvPr userDrawn="1"/>
        </p:nvSpPr>
        <p:spPr>
          <a:xfrm>
            <a:off x="-42578" y="-42204"/>
            <a:ext cx="12337742" cy="2616590"/>
          </a:xfrm>
          <a:prstGeom prst="rect">
            <a:avLst/>
          </a:prstGeom>
          <a:solidFill>
            <a:srgbClr val="545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3" name="Marcador de fecha 2">
            <a:extLst>
              <a:ext uri="{FF2B5EF4-FFF2-40B4-BE49-F238E27FC236}">
                <a16:creationId xmlns:a16="http://schemas.microsoft.com/office/drawing/2014/main" id="{B8825C95-B00A-F94F-AA8B-132BD1D572AD}"/>
              </a:ext>
            </a:extLst>
          </p:cNvPr>
          <p:cNvSpPr>
            <a:spLocks noGrp="1"/>
          </p:cNvSpPr>
          <p:nvPr>
            <p:ph type="dt" sz="half" idx="10"/>
          </p:nvPr>
        </p:nvSpPr>
        <p:spPr/>
        <p:txBody>
          <a:bodyPr/>
          <a:lstStyle/>
          <a:p>
            <a:fld id="{0389DF86-9CF7-644A-ABC2-A5C2ED969516}" type="datetimeFigureOut">
              <a:rPr lang="es-CO" smtClean="0"/>
              <a:pPr/>
              <a:t>25/06/2025</a:t>
            </a:fld>
            <a:endParaRPr lang="es-CO"/>
          </a:p>
        </p:txBody>
      </p:sp>
      <p:sp>
        <p:nvSpPr>
          <p:cNvPr id="4" name="Marcador de pie de página 3">
            <a:extLst>
              <a:ext uri="{FF2B5EF4-FFF2-40B4-BE49-F238E27FC236}">
                <a16:creationId xmlns:a16="http://schemas.microsoft.com/office/drawing/2014/main" id="{7CD977C5-3017-5F44-9832-D154137BFA22}"/>
              </a:ext>
            </a:extLst>
          </p:cNvPr>
          <p:cNvSpPr>
            <a:spLocks noGrp="1"/>
          </p:cNvSpPr>
          <p:nvPr>
            <p:ph type="ftr" sz="quarter" idx="11"/>
          </p:nvPr>
        </p:nvSpPr>
        <p:spPr/>
        <p:txBody>
          <a:bodyPr/>
          <a:lstStyle/>
          <a:p>
            <a:endParaRPr lang="es-CO"/>
          </a:p>
        </p:txBody>
      </p:sp>
      <p:pic>
        <p:nvPicPr>
          <p:cNvPr id="5" name="Gráfico 4">
            <a:extLst>
              <a:ext uri="{FF2B5EF4-FFF2-40B4-BE49-F238E27FC236}">
                <a16:creationId xmlns:a16="http://schemas.microsoft.com/office/drawing/2014/main" id="{13F5093F-1AA4-0442-BADB-36A697E09AD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262597" y="395158"/>
            <a:ext cx="1242270" cy="482911"/>
          </a:xfrm>
          <a:prstGeom prst="rect">
            <a:avLst/>
          </a:prstGeom>
        </p:spPr>
      </p:pic>
      <p:sp>
        <p:nvSpPr>
          <p:cNvPr id="9" name="Marcador de texto 8">
            <a:extLst>
              <a:ext uri="{FF2B5EF4-FFF2-40B4-BE49-F238E27FC236}">
                <a16:creationId xmlns:a16="http://schemas.microsoft.com/office/drawing/2014/main" id="{6607D22F-668C-4E4B-8423-5DA29CE9719E}"/>
              </a:ext>
            </a:extLst>
          </p:cNvPr>
          <p:cNvSpPr>
            <a:spLocks noGrp="1"/>
          </p:cNvSpPr>
          <p:nvPr>
            <p:ph type="body" sz="quarter" idx="12"/>
          </p:nvPr>
        </p:nvSpPr>
        <p:spPr>
          <a:xfrm>
            <a:off x="304801" y="3254928"/>
            <a:ext cx="11371383" cy="2948924"/>
          </a:xfrm>
          <a:prstGeom prst="rect">
            <a:avLst/>
          </a:prstGeom>
        </p:spPr>
        <p:txBody>
          <a:bodyPr/>
          <a:lstStyle>
            <a:lvl1pPr marL="0" indent="0">
              <a:lnSpc>
                <a:spcPct val="100000"/>
              </a:lnSpc>
              <a:buNone/>
              <a:defRPr sz="2000">
                <a:solidFill>
                  <a:schemeClr val="tx1"/>
                </a:solidFill>
              </a:defRPr>
            </a:lvl1pPr>
            <a:lvl2pPr marL="457200" indent="0">
              <a:lnSpc>
                <a:spcPct val="100000"/>
              </a:lnSpc>
              <a:buNone/>
              <a:defRPr sz="1800">
                <a:solidFill>
                  <a:schemeClr val="tx1"/>
                </a:solidFill>
              </a:defRPr>
            </a:lvl2pPr>
            <a:lvl3pPr marL="914400" indent="0">
              <a:lnSpc>
                <a:spcPct val="100000"/>
              </a:lnSpc>
              <a:buNone/>
              <a:defRPr sz="1600">
                <a:solidFill>
                  <a:schemeClr val="tx1"/>
                </a:solidFill>
              </a:defRPr>
            </a:lvl3pPr>
            <a:lvl4pPr marL="1371600" indent="0">
              <a:lnSpc>
                <a:spcPct val="100000"/>
              </a:lnSpc>
              <a:buNone/>
              <a:defRPr sz="1400">
                <a:solidFill>
                  <a:schemeClr val="tx1"/>
                </a:solidFill>
              </a:defRPr>
            </a:lvl4pPr>
            <a:lvl5pPr marL="1828800" indent="0">
              <a:lnSpc>
                <a:spcPct val="100000"/>
              </a:lnSpc>
              <a:buNone/>
              <a:defRPr sz="1400">
                <a:solidFill>
                  <a:schemeClr val="tx1"/>
                </a:solidFill>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11" name="Rectángulo 10">
            <a:extLst>
              <a:ext uri="{FF2B5EF4-FFF2-40B4-BE49-F238E27FC236}">
                <a16:creationId xmlns:a16="http://schemas.microsoft.com/office/drawing/2014/main" id="{BBDFF49B-82AF-F744-9E06-506CD7FD18DE}"/>
              </a:ext>
            </a:extLst>
          </p:cNvPr>
          <p:cNvSpPr/>
          <p:nvPr userDrawn="1"/>
        </p:nvSpPr>
        <p:spPr>
          <a:xfrm>
            <a:off x="-42578" y="2118962"/>
            <a:ext cx="7554726" cy="890336"/>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7" name="Título 6">
            <a:extLst>
              <a:ext uri="{FF2B5EF4-FFF2-40B4-BE49-F238E27FC236}">
                <a16:creationId xmlns:a16="http://schemas.microsoft.com/office/drawing/2014/main" id="{F4443051-1DFB-844E-B447-A5E2A8EC67A5}"/>
              </a:ext>
            </a:extLst>
          </p:cNvPr>
          <p:cNvSpPr>
            <a:spLocks noGrp="1"/>
          </p:cNvSpPr>
          <p:nvPr>
            <p:ph type="title" hasCustomPrompt="1"/>
          </p:nvPr>
        </p:nvSpPr>
        <p:spPr>
          <a:xfrm>
            <a:off x="304800" y="1373928"/>
            <a:ext cx="11371383" cy="464868"/>
          </a:xfrm>
          <a:prstGeom prst="rect">
            <a:avLst/>
          </a:prstGeom>
        </p:spPr>
        <p:txBody>
          <a:bodyPr/>
          <a:lstStyle>
            <a:lvl1pPr>
              <a:defRPr sz="2400">
                <a:solidFill>
                  <a:schemeClr val="bg1"/>
                </a:solidFill>
              </a:defRPr>
            </a:lvl1pPr>
          </a:lstStyle>
          <a:p>
            <a:r>
              <a:rPr lang="es-ES"/>
              <a:t>Título de la diapositiva</a:t>
            </a:r>
            <a:endParaRPr lang="es-CO"/>
          </a:p>
        </p:txBody>
      </p:sp>
      <p:sp>
        <p:nvSpPr>
          <p:cNvPr id="6" name="Marcador de texto 5">
            <a:extLst>
              <a:ext uri="{FF2B5EF4-FFF2-40B4-BE49-F238E27FC236}">
                <a16:creationId xmlns:a16="http://schemas.microsoft.com/office/drawing/2014/main" id="{A8A591D6-DB73-A847-97ED-53541A9DD708}"/>
              </a:ext>
            </a:extLst>
          </p:cNvPr>
          <p:cNvSpPr>
            <a:spLocks noGrp="1"/>
          </p:cNvSpPr>
          <p:nvPr>
            <p:ph type="body" sz="quarter" idx="13" hasCustomPrompt="1"/>
          </p:nvPr>
        </p:nvSpPr>
        <p:spPr>
          <a:xfrm>
            <a:off x="262596" y="2372797"/>
            <a:ext cx="6954129" cy="531628"/>
          </a:xfrm>
          <a:prstGeom prst="rect">
            <a:avLst/>
          </a:prstGeom>
        </p:spPr>
        <p:txBody>
          <a:bodyPr/>
          <a:lstStyle>
            <a:lvl1pPr marL="0" indent="0">
              <a:buNone/>
              <a:defRPr sz="1800" b="0">
                <a:solidFill>
                  <a:schemeClr val="tx1"/>
                </a:solidFill>
              </a:defRPr>
            </a:lvl1pPr>
            <a:lvl2pPr marL="457200" indent="0">
              <a:buNone/>
              <a:defRPr sz="2000" b="0">
                <a:solidFill>
                  <a:schemeClr val="accent3"/>
                </a:solidFill>
              </a:defRPr>
            </a:lvl2pPr>
            <a:lvl3pPr marL="914400" indent="0">
              <a:buNone/>
              <a:defRPr sz="1800" b="0">
                <a:solidFill>
                  <a:schemeClr val="accent3"/>
                </a:solidFill>
              </a:defRPr>
            </a:lvl3pPr>
            <a:lvl4pPr marL="1371600" indent="0">
              <a:buNone/>
              <a:defRPr sz="1600" b="0">
                <a:solidFill>
                  <a:schemeClr val="accent3"/>
                </a:solidFill>
              </a:defRPr>
            </a:lvl4pPr>
            <a:lvl5pPr marL="1828800" indent="0">
              <a:buNone/>
              <a:defRPr sz="1600" b="0">
                <a:solidFill>
                  <a:schemeClr val="accent3"/>
                </a:solidFill>
              </a:defRPr>
            </a:lvl5pPr>
          </a:lstStyle>
          <a:p>
            <a:pPr lvl="0"/>
            <a:r>
              <a:rPr lang="es-ES"/>
              <a:t>Subtítulo de la diapositiva</a:t>
            </a:r>
            <a:endParaRPr lang="es-CO"/>
          </a:p>
        </p:txBody>
      </p:sp>
      <p:pic>
        <p:nvPicPr>
          <p:cNvPr id="12" name="Gráfico 11">
            <a:extLst>
              <a:ext uri="{FF2B5EF4-FFF2-40B4-BE49-F238E27FC236}">
                <a16:creationId xmlns:a16="http://schemas.microsoft.com/office/drawing/2014/main" id="{5C9FA3AC-94C2-8742-94CF-B6A5D9C3EB6C}"/>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62595" y="235458"/>
            <a:ext cx="1470672" cy="614242"/>
          </a:xfrm>
          <a:prstGeom prst="rect">
            <a:avLst/>
          </a:prstGeom>
        </p:spPr>
      </p:pic>
      <p:pic>
        <p:nvPicPr>
          <p:cNvPr id="13" name="Gráfico 12">
            <a:extLst>
              <a:ext uri="{FF2B5EF4-FFF2-40B4-BE49-F238E27FC236}">
                <a16:creationId xmlns:a16="http://schemas.microsoft.com/office/drawing/2014/main" id="{A204A457-BEB7-3446-B76E-682A32171096}"/>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1164550" y="300013"/>
            <a:ext cx="761678" cy="673200"/>
          </a:xfrm>
          <a:prstGeom prst="rect">
            <a:avLst/>
          </a:prstGeom>
        </p:spPr>
      </p:pic>
    </p:spTree>
    <p:extLst>
      <p:ext uri="{BB962C8B-B14F-4D97-AF65-F5344CB8AC3E}">
        <p14:creationId xmlns:p14="http://schemas.microsoft.com/office/powerpoint/2010/main" val="400698833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Foto a la izquierda">
    <p:spTree>
      <p:nvGrpSpPr>
        <p:cNvPr id="1" name=""/>
        <p:cNvGrpSpPr/>
        <p:nvPr/>
      </p:nvGrpSpPr>
      <p:grpSpPr>
        <a:xfrm>
          <a:off x="0" y="0"/>
          <a:ext cx="0" cy="0"/>
          <a:chOff x="0" y="0"/>
          <a:chExt cx="0" cy="0"/>
        </a:xfrm>
      </p:grpSpPr>
      <p:sp>
        <p:nvSpPr>
          <p:cNvPr id="11" name="Rectángulo 10">
            <a:extLst>
              <a:ext uri="{FF2B5EF4-FFF2-40B4-BE49-F238E27FC236}">
                <a16:creationId xmlns:a16="http://schemas.microsoft.com/office/drawing/2014/main" id="{E6EC8414-F800-AF4F-A347-22E1543303AD}"/>
              </a:ext>
            </a:extLst>
          </p:cNvPr>
          <p:cNvSpPr/>
          <p:nvPr userDrawn="1"/>
        </p:nvSpPr>
        <p:spPr>
          <a:xfrm>
            <a:off x="-197323" y="-123191"/>
            <a:ext cx="6064723" cy="7101205"/>
          </a:xfrm>
          <a:prstGeom prst="rect">
            <a:avLst/>
          </a:prstGeom>
          <a:solidFill>
            <a:schemeClr val="accent2"/>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5" name="Marcador de posición de imagen 4">
            <a:extLst>
              <a:ext uri="{FF2B5EF4-FFF2-40B4-BE49-F238E27FC236}">
                <a16:creationId xmlns:a16="http://schemas.microsoft.com/office/drawing/2014/main" id="{23B6DA7C-AD8E-6C4B-850C-194909CD1351}"/>
              </a:ext>
            </a:extLst>
          </p:cNvPr>
          <p:cNvSpPr>
            <a:spLocks noGrp="1"/>
          </p:cNvSpPr>
          <p:nvPr>
            <p:ph type="pic" sz="quarter" idx="15"/>
          </p:nvPr>
        </p:nvSpPr>
        <p:spPr>
          <a:xfrm>
            <a:off x="-196850" y="-136525"/>
            <a:ext cx="6064250" cy="7127875"/>
          </a:xfrm>
          <a:prstGeom prst="rect">
            <a:avLst/>
          </a:prstGeom>
        </p:spPr>
        <p:txBody>
          <a:bodyPr anchor="ctr"/>
          <a:lstStyle>
            <a:lvl1pPr marL="0" indent="0" algn="ctr">
              <a:buNone/>
              <a:defRPr/>
            </a:lvl1pPr>
          </a:lstStyle>
          <a:p>
            <a:endParaRPr lang="es-CO"/>
          </a:p>
        </p:txBody>
      </p:sp>
      <p:sp>
        <p:nvSpPr>
          <p:cNvPr id="7" name="Título 6">
            <a:extLst>
              <a:ext uri="{FF2B5EF4-FFF2-40B4-BE49-F238E27FC236}">
                <a16:creationId xmlns:a16="http://schemas.microsoft.com/office/drawing/2014/main" id="{F4443051-1DFB-844E-B447-A5E2A8EC67A5}"/>
              </a:ext>
            </a:extLst>
          </p:cNvPr>
          <p:cNvSpPr>
            <a:spLocks noGrp="1"/>
          </p:cNvSpPr>
          <p:nvPr>
            <p:ph type="title" hasCustomPrompt="1"/>
          </p:nvPr>
        </p:nvSpPr>
        <p:spPr>
          <a:xfrm>
            <a:off x="6238193" y="1349865"/>
            <a:ext cx="5575494" cy="647748"/>
          </a:xfrm>
          <a:prstGeom prst="rect">
            <a:avLst/>
          </a:prstGeom>
        </p:spPr>
        <p:txBody>
          <a:bodyPr/>
          <a:lstStyle>
            <a:lvl1pPr>
              <a:defRPr sz="2400"/>
            </a:lvl1pPr>
          </a:lstStyle>
          <a:p>
            <a:r>
              <a:rPr lang="es-ES"/>
              <a:t>Título de la diapositiva</a:t>
            </a:r>
            <a:endParaRPr lang="es-CO"/>
          </a:p>
        </p:txBody>
      </p:sp>
      <p:sp>
        <p:nvSpPr>
          <p:cNvPr id="9" name="Marcador de texto 8">
            <a:extLst>
              <a:ext uri="{FF2B5EF4-FFF2-40B4-BE49-F238E27FC236}">
                <a16:creationId xmlns:a16="http://schemas.microsoft.com/office/drawing/2014/main" id="{6607D22F-668C-4E4B-8423-5DA29CE9719E}"/>
              </a:ext>
            </a:extLst>
          </p:cNvPr>
          <p:cNvSpPr>
            <a:spLocks noGrp="1"/>
          </p:cNvSpPr>
          <p:nvPr>
            <p:ph type="body" sz="quarter" idx="12"/>
          </p:nvPr>
        </p:nvSpPr>
        <p:spPr>
          <a:xfrm>
            <a:off x="6238193" y="2208628"/>
            <a:ext cx="5575494" cy="3685735"/>
          </a:xfrm>
          <a:prstGeom prst="rect">
            <a:avLst/>
          </a:prstGeom>
        </p:spPr>
        <p:txBody>
          <a:bodyPr/>
          <a:lstStyle>
            <a:lvl1pPr marL="0" indent="0">
              <a:lnSpc>
                <a:spcPct val="100000"/>
              </a:lnSpc>
              <a:buNone/>
              <a:defRPr sz="2000">
                <a:solidFill>
                  <a:schemeClr val="tx1"/>
                </a:solidFill>
              </a:defRPr>
            </a:lvl1pPr>
            <a:lvl2pPr marL="457200" indent="0">
              <a:lnSpc>
                <a:spcPct val="100000"/>
              </a:lnSpc>
              <a:buNone/>
              <a:defRPr sz="1800">
                <a:solidFill>
                  <a:schemeClr val="tx1"/>
                </a:solidFill>
              </a:defRPr>
            </a:lvl2pPr>
            <a:lvl3pPr marL="914400" indent="0">
              <a:lnSpc>
                <a:spcPct val="100000"/>
              </a:lnSpc>
              <a:buNone/>
              <a:defRPr sz="1600">
                <a:solidFill>
                  <a:schemeClr val="tx1"/>
                </a:solidFill>
              </a:defRPr>
            </a:lvl3pPr>
            <a:lvl4pPr marL="1371600" indent="0">
              <a:lnSpc>
                <a:spcPct val="100000"/>
              </a:lnSpc>
              <a:buNone/>
              <a:defRPr sz="1400">
                <a:solidFill>
                  <a:schemeClr val="tx1"/>
                </a:solidFill>
              </a:defRPr>
            </a:lvl4pPr>
            <a:lvl5pPr marL="1828800" indent="0">
              <a:lnSpc>
                <a:spcPct val="100000"/>
              </a:lnSpc>
              <a:buNone/>
              <a:defRPr sz="1400">
                <a:solidFill>
                  <a:schemeClr val="tx1"/>
                </a:solidFill>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8" name="Rectángulo 7">
            <a:extLst>
              <a:ext uri="{FF2B5EF4-FFF2-40B4-BE49-F238E27FC236}">
                <a16:creationId xmlns:a16="http://schemas.microsoft.com/office/drawing/2014/main" id="{6C9DB59F-DDAE-F244-8F2E-EA78D937F6E3}"/>
              </a:ext>
            </a:extLst>
          </p:cNvPr>
          <p:cNvSpPr/>
          <p:nvPr userDrawn="1"/>
        </p:nvSpPr>
        <p:spPr>
          <a:xfrm>
            <a:off x="-197323" y="6132880"/>
            <a:ext cx="7554726" cy="858763"/>
          </a:xfrm>
          <a:prstGeom prst="rect">
            <a:avLst/>
          </a:prstGeom>
          <a:solidFill>
            <a:srgbClr val="545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2" name="Marcador de fecha 1">
            <a:extLst>
              <a:ext uri="{FF2B5EF4-FFF2-40B4-BE49-F238E27FC236}">
                <a16:creationId xmlns:a16="http://schemas.microsoft.com/office/drawing/2014/main" id="{BE5C9ED6-4044-FC4A-9B9B-3EA7CA37D2F9}"/>
              </a:ext>
            </a:extLst>
          </p:cNvPr>
          <p:cNvSpPr>
            <a:spLocks noGrp="1"/>
          </p:cNvSpPr>
          <p:nvPr>
            <p:ph type="dt" sz="half" idx="13"/>
          </p:nvPr>
        </p:nvSpPr>
        <p:spPr/>
        <p:txBody>
          <a:bodyPr/>
          <a:lstStyle>
            <a:lvl1pPr>
              <a:defRPr>
                <a:solidFill>
                  <a:schemeClr val="bg1"/>
                </a:solidFill>
              </a:defRPr>
            </a:lvl1pPr>
          </a:lstStyle>
          <a:p>
            <a:fld id="{0389DF86-9CF7-644A-ABC2-A5C2ED969516}" type="datetimeFigureOut">
              <a:rPr lang="es-CO" smtClean="0"/>
              <a:pPr/>
              <a:t>25/06/2025</a:t>
            </a:fld>
            <a:endParaRPr lang="es-CO"/>
          </a:p>
        </p:txBody>
      </p:sp>
      <p:sp>
        <p:nvSpPr>
          <p:cNvPr id="3" name="Marcador de pie de página 2">
            <a:extLst>
              <a:ext uri="{FF2B5EF4-FFF2-40B4-BE49-F238E27FC236}">
                <a16:creationId xmlns:a16="http://schemas.microsoft.com/office/drawing/2014/main" id="{2911CA5A-788D-284E-BC3F-042132CB506A}"/>
              </a:ext>
            </a:extLst>
          </p:cNvPr>
          <p:cNvSpPr>
            <a:spLocks noGrp="1"/>
          </p:cNvSpPr>
          <p:nvPr>
            <p:ph type="ftr" sz="quarter" idx="14"/>
          </p:nvPr>
        </p:nvSpPr>
        <p:spPr/>
        <p:txBody>
          <a:bodyPr/>
          <a:lstStyle>
            <a:lvl1pPr>
              <a:defRPr>
                <a:solidFill>
                  <a:schemeClr val="bg1"/>
                </a:solidFill>
              </a:defRPr>
            </a:lvl1pPr>
          </a:lstStyle>
          <a:p>
            <a:endParaRPr lang="es-CO"/>
          </a:p>
        </p:txBody>
      </p:sp>
    </p:spTree>
    <p:extLst>
      <p:ext uri="{BB962C8B-B14F-4D97-AF65-F5344CB8AC3E}">
        <p14:creationId xmlns:p14="http://schemas.microsoft.com/office/powerpoint/2010/main" val="1292503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Foto completa">
    <p:bg>
      <p:bgPr>
        <a:solidFill>
          <a:schemeClr val="bg1"/>
        </a:solidFill>
        <a:effectLst/>
      </p:bgPr>
    </p:bg>
    <p:spTree>
      <p:nvGrpSpPr>
        <p:cNvPr id="1" name=""/>
        <p:cNvGrpSpPr/>
        <p:nvPr/>
      </p:nvGrpSpPr>
      <p:grpSpPr>
        <a:xfrm>
          <a:off x="0" y="0"/>
          <a:ext cx="0" cy="0"/>
          <a:chOff x="0" y="0"/>
          <a:chExt cx="0" cy="0"/>
        </a:xfrm>
      </p:grpSpPr>
      <p:sp>
        <p:nvSpPr>
          <p:cNvPr id="4" name="Rectángulo 3">
            <a:extLst>
              <a:ext uri="{FF2B5EF4-FFF2-40B4-BE49-F238E27FC236}">
                <a16:creationId xmlns:a16="http://schemas.microsoft.com/office/drawing/2014/main" id="{71EF0C35-D091-8F46-A5B2-0DBB9CAF1CB0}"/>
              </a:ext>
            </a:extLst>
          </p:cNvPr>
          <p:cNvSpPr/>
          <p:nvPr userDrawn="1"/>
        </p:nvSpPr>
        <p:spPr>
          <a:xfrm>
            <a:off x="0" y="-125413"/>
            <a:ext cx="12317413" cy="7153276"/>
          </a:xfrm>
          <a:prstGeom prst="rect">
            <a:avLst/>
          </a:prstGeom>
          <a:solidFill>
            <a:schemeClr val="bg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p>
        </p:txBody>
      </p:sp>
      <p:sp>
        <p:nvSpPr>
          <p:cNvPr id="3" name="Marcador de posición de imagen 2">
            <a:extLst>
              <a:ext uri="{FF2B5EF4-FFF2-40B4-BE49-F238E27FC236}">
                <a16:creationId xmlns:a16="http://schemas.microsoft.com/office/drawing/2014/main" id="{1314266C-1F5D-8047-876A-BE7F5703011A}"/>
              </a:ext>
            </a:extLst>
          </p:cNvPr>
          <p:cNvSpPr>
            <a:spLocks noGrp="1"/>
          </p:cNvSpPr>
          <p:nvPr>
            <p:ph type="pic" sz="quarter" idx="13"/>
          </p:nvPr>
        </p:nvSpPr>
        <p:spPr>
          <a:xfrm>
            <a:off x="1" y="-125413"/>
            <a:ext cx="12317412" cy="7153276"/>
          </a:xfrm>
          <a:prstGeom prst="rect">
            <a:avLst/>
          </a:prstGeom>
        </p:spPr>
        <p:txBody>
          <a:bodyPr anchor="t"/>
          <a:lstStyle>
            <a:lvl1pPr marL="0" indent="0" algn="ctr">
              <a:buNone/>
              <a:defRPr/>
            </a:lvl1pPr>
          </a:lstStyle>
          <a:p>
            <a:endParaRPr lang="es-CO"/>
          </a:p>
        </p:txBody>
      </p:sp>
      <p:sp>
        <p:nvSpPr>
          <p:cNvPr id="11" name="Rectángulo 10">
            <a:extLst>
              <a:ext uri="{FF2B5EF4-FFF2-40B4-BE49-F238E27FC236}">
                <a16:creationId xmlns:a16="http://schemas.microsoft.com/office/drawing/2014/main" id="{B55A9208-3D23-8B49-948B-92C9633C8794}"/>
              </a:ext>
            </a:extLst>
          </p:cNvPr>
          <p:cNvSpPr/>
          <p:nvPr userDrawn="1"/>
        </p:nvSpPr>
        <p:spPr>
          <a:xfrm>
            <a:off x="938621" y="2236765"/>
            <a:ext cx="5877176" cy="431878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12" name="Rectángulo 11">
            <a:extLst>
              <a:ext uri="{FF2B5EF4-FFF2-40B4-BE49-F238E27FC236}">
                <a16:creationId xmlns:a16="http://schemas.microsoft.com/office/drawing/2014/main" id="{0B6D6405-D4D2-FD4D-A4D2-32B47995A1F3}"/>
              </a:ext>
            </a:extLst>
          </p:cNvPr>
          <p:cNvSpPr/>
          <p:nvPr userDrawn="1"/>
        </p:nvSpPr>
        <p:spPr>
          <a:xfrm>
            <a:off x="938621" y="1006291"/>
            <a:ext cx="5877176" cy="1272676"/>
          </a:xfrm>
          <a:prstGeom prst="rect">
            <a:avLst/>
          </a:prstGeom>
          <a:solidFill>
            <a:srgbClr val="545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7" name="Título 6">
            <a:extLst>
              <a:ext uri="{FF2B5EF4-FFF2-40B4-BE49-F238E27FC236}">
                <a16:creationId xmlns:a16="http://schemas.microsoft.com/office/drawing/2014/main" id="{F4443051-1DFB-844E-B447-A5E2A8EC67A5}"/>
              </a:ext>
            </a:extLst>
          </p:cNvPr>
          <p:cNvSpPr>
            <a:spLocks noGrp="1"/>
          </p:cNvSpPr>
          <p:nvPr>
            <p:ph type="title" hasCustomPrompt="1"/>
          </p:nvPr>
        </p:nvSpPr>
        <p:spPr>
          <a:xfrm>
            <a:off x="1398907" y="1349865"/>
            <a:ext cx="5058164" cy="647748"/>
          </a:xfrm>
          <a:prstGeom prst="rect">
            <a:avLst/>
          </a:prstGeom>
        </p:spPr>
        <p:txBody>
          <a:bodyPr/>
          <a:lstStyle>
            <a:lvl1pPr>
              <a:defRPr sz="2400">
                <a:solidFill>
                  <a:schemeClr val="bg1"/>
                </a:solidFill>
              </a:defRPr>
            </a:lvl1pPr>
          </a:lstStyle>
          <a:p>
            <a:r>
              <a:rPr lang="es-ES"/>
              <a:t>Título de la diapositiva</a:t>
            </a:r>
            <a:endParaRPr lang="es-CO"/>
          </a:p>
        </p:txBody>
      </p:sp>
      <p:sp>
        <p:nvSpPr>
          <p:cNvPr id="9" name="Marcador de texto 8">
            <a:extLst>
              <a:ext uri="{FF2B5EF4-FFF2-40B4-BE49-F238E27FC236}">
                <a16:creationId xmlns:a16="http://schemas.microsoft.com/office/drawing/2014/main" id="{6607D22F-668C-4E4B-8423-5DA29CE9719E}"/>
              </a:ext>
            </a:extLst>
          </p:cNvPr>
          <p:cNvSpPr>
            <a:spLocks noGrp="1"/>
          </p:cNvSpPr>
          <p:nvPr>
            <p:ph type="body" sz="quarter" idx="12"/>
          </p:nvPr>
        </p:nvSpPr>
        <p:spPr>
          <a:xfrm>
            <a:off x="1398907" y="2518118"/>
            <a:ext cx="5058164" cy="3685735"/>
          </a:xfrm>
          <a:prstGeom prst="rect">
            <a:avLst/>
          </a:prstGeom>
        </p:spPr>
        <p:txBody>
          <a:bodyPr/>
          <a:lstStyle>
            <a:lvl1pPr marL="0" indent="0">
              <a:lnSpc>
                <a:spcPct val="100000"/>
              </a:lnSpc>
              <a:buNone/>
              <a:defRPr sz="2000">
                <a:solidFill>
                  <a:srgbClr val="5454E9"/>
                </a:solidFill>
              </a:defRPr>
            </a:lvl1pPr>
            <a:lvl2pPr marL="457200" indent="0">
              <a:lnSpc>
                <a:spcPct val="100000"/>
              </a:lnSpc>
              <a:buNone/>
              <a:defRPr sz="1800">
                <a:solidFill>
                  <a:srgbClr val="5454E9"/>
                </a:solidFill>
              </a:defRPr>
            </a:lvl2pPr>
            <a:lvl3pPr marL="914400" indent="0">
              <a:lnSpc>
                <a:spcPct val="100000"/>
              </a:lnSpc>
              <a:buNone/>
              <a:defRPr sz="1600">
                <a:solidFill>
                  <a:srgbClr val="5454E9"/>
                </a:solidFill>
              </a:defRPr>
            </a:lvl3pPr>
            <a:lvl4pPr marL="1371600" indent="0">
              <a:lnSpc>
                <a:spcPct val="100000"/>
              </a:lnSpc>
              <a:buNone/>
              <a:defRPr sz="1400">
                <a:solidFill>
                  <a:srgbClr val="5454E9"/>
                </a:solidFill>
              </a:defRPr>
            </a:lvl4pPr>
            <a:lvl5pPr marL="1828800" indent="0">
              <a:lnSpc>
                <a:spcPct val="100000"/>
              </a:lnSpc>
              <a:buNone/>
              <a:defRPr sz="1400">
                <a:solidFill>
                  <a:srgbClr val="5454E9"/>
                </a:solidFill>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Tree>
    <p:extLst>
      <p:ext uri="{BB962C8B-B14F-4D97-AF65-F5344CB8AC3E}">
        <p14:creationId xmlns:p14="http://schemas.microsoft.com/office/powerpoint/2010/main" val="393518463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Franja completa y foto">
    <p:bg>
      <p:bgPr>
        <a:solidFill>
          <a:srgbClr val="5454E9"/>
        </a:solidFill>
        <a:effectLst/>
      </p:bgPr>
    </p:bg>
    <p:spTree>
      <p:nvGrpSpPr>
        <p:cNvPr id="1" name=""/>
        <p:cNvGrpSpPr/>
        <p:nvPr/>
      </p:nvGrpSpPr>
      <p:grpSpPr>
        <a:xfrm>
          <a:off x="0" y="0"/>
          <a:ext cx="0" cy="0"/>
          <a:chOff x="0" y="0"/>
          <a:chExt cx="0" cy="0"/>
        </a:xfrm>
      </p:grpSpPr>
      <p:sp>
        <p:nvSpPr>
          <p:cNvPr id="3" name="Marcador de posición de imagen 2">
            <a:extLst>
              <a:ext uri="{FF2B5EF4-FFF2-40B4-BE49-F238E27FC236}">
                <a16:creationId xmlns:a16="http://schemas.microsoft.com/office/drawing/2014/main" id="{841AB5CD-89A4-6C45-8CEB-FE1FC071C142}"/>
              </a:ext>
            </a:extLst>
          </p:cNvPr>
          <p:cNvSpPr>
            <a:spLocks noGrp="1"/>
          </p:cNvSpPr>
          <p:nvPr>
            <p:ph type="pic" sz="quarter" idx="15"/>
          </p:nvPr>
        </p:nvSpPr>
        <p:spPr>
          <a:xfrm>
            <a:off x="6094413" y="-161925"/>
            <a:ext cx="6240462" cy="7153275"/>
          </a:xfrm>
          <a:prstGeom prst="rect">
            <a:avLst/>
          </a:prstGeom>
        </p:spPr>
        <p:txBody>
          <a:bodyPr anchor="ctr"/>
          <a:lstStyle>
            <a:lvl1pPr marL="0" indent="0" algn="ctr">
              <a:buNone/>
              <a:defRPr/>
            </a:lvl1pPr>
          </a:lstStyle>
          <a:p>
            <a:endParaRPr lang="es-CO"/>
          </a:p>
        </p:txBody>
      </p:sp>
      <p:sp>
        <p:nvSpPr>
          <p:cNvPr id="7" name="Título 6">
            <a:extLst>
              <a:ext uri="{FF2B5EF4-FFF2-40B4-BE49-F238E27FC236}">
                <a16:creationId xmlns:a16="http://schemas.microsoft.com/office/drawing/2014/main" id="{F4443051-1DFB-844E-B447-A5E2A8EC67A5}"/>
              </a:ext>
            </a:extLst>
          </p:cNvPr>
          <p:cNvSpPr>
            <a:spLocks noGrp="1"/>
          </p:cNvSpPr>
          <p:nvPr>
            <p:ph type="title" hasCustomPrompt="1"/>
          </p:nvPr>
        </p:nvSpPr>
        <p:spPr>
          <a:xfrm>
            <a:off x="304802" y="1349865"/>
            <a:ext cx="5575494" cy="647748"/>
          </a:xfrm>
          <a:prstGeom prst="rect">
            <a:avLst/>
          </a:prstGeom>
        </p:spPr>
        <p:txBody>
          <a:bodyPr/>
          <a:lstStyle>
            <a:lvl1pPr>
              <a:defRPr sz="2400">
                <a:solidFill>
                  <a:schemeClr val="bg1"/>
                </a:solidFill>
              </a:defRPr>
            </a:lvl1pPr>
          </a:lstStyle>
          <a:p>
            <a:r>
              <a:rPr lang="es-ES"/>
              <a:t>Título de la diapositiva</a:t>
            </a:r>
            <a:endParaRPr lang="es-CO"/>
          </a:p>
        </p:txBody>
      </p:sp>
      <p:sp>
        <p:nvSpPr>
          <p:cNvPr id="9" name="Marcador de texto 8">
            <a:extLst>
              <a:ext uri="{FF2B5EF4-FFF2-40B4-BE49-F238E27FC236}">
                <a16:creationId xmlns:a16="http://schemas.microsoft.com/office/drawing/2014/main" id="{6607D22F-668C-4E4B-8423-5DA29CE9719E}"/>
              </a:ext>
            </a:extLst>
          </p:cNvPr>
          <p:cNvSpPr>
            <a:spLocks noGrp="1"/>
          </p:cNvSpPr>
          <p:nvPr>
            <p:ph type="body" sz="quarter" idx="12"/>
          </p:nvPr>
        </p:nvSpPr>
        <p:spPr>
          <a:xfrm>
            <a:off x="304802" y="2208628"/>
            <a:ext cx="5575494" cy="3685735"/>
          </a:xfrm>
          <a:prstGeom prst="rect">
            <a:avLst/>
          </a:prstGeom>
        </p:spPr>
        <p:txBody>
          <a:bodyPr/>
          <a:lstStyle>
            <a:lvl1pPr marL="0" indent="0">
              <a:lnSpc>
                <a:spcPct val="100000"/>
              </a:lnSpc>
              <a:buNone/>
              <a:defRPr sz="2000">
                <a:solidFill>
                  <a:schemeClr val="bg1"/>
                </a:solidFill>
              </a:defRPr>
            </a:lvl1pPr>
            <a:lvl2pPr marL="457200" indent="0">
              <a:lnSpc>
                <a:spcPct val="100000"/>
              </a:lnSpc>
              <a:buNone/>
              <a:defRPr sz="1800">
                <a:solidFill>
                  <a:schemeClr val="bg1"/>
                </a:solidFill>
              </a:defRPr>
            </a:lvl2pPr>
            <a:lvl3pPr marL="914400" indent="0">
              <a:lnSpc>
                <a:spcPct val="100000"/>
              </a:lnSpc>
              <a:buNone/>
              <a:defRPr sz="1600">
                <a:solidFill>
                  <a:schemeClr val="bg1"/>
                </a:solidFill>
              </a:defRPr>
            </a:lvl3pPr>
            <a:lvl4pPr marL="1371600" indent="0">
              <a:lnSpc>
                <a:spcPct val="100000"/>
              </a:lnSpc>
              <a:buNone/>
              <a:defRPr sz="1400">
                <a:solidFill>
                  <a:schemeClr val="bg1"/>
                </a:solidFill>
              </a:defRPr>
            </a:lvl4pPr>
            <a:lvl5pPr marL="1828800" indent="0">
              <a:lnSpc>
                <a:spcPct val="100000"/>
              </a:lnSpc>
              <a:buNone/>
              <a:defRPr sz="1400">
                <a:solidFill>
                  <a:schemeClr val="bg1"/>
                </a:solidFill>
              </a:defRPr>
            </a:lvl5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11" name="Rectángulo 10">
            <a:extLst>
              <a:ext uri="{FF2B5EF4-FFF2-40B4-BE49-F238E27FC236}">
                <a16:creationId xmlns:a16="http://schemas.microsoft.com/office/drawing/2014/main" id="{8B230DFD-DC56-C642-92F6-085A30812C34}"/>
              </a:ext>
            </a:extLst>
          </p:cNvPr>
          <p:cNvSpPr/>
          <p:nvPr userDrawn="1"/>
        </p:nvSpPr>
        <p:spPr>
          <a:xfrm>
            <a:off x="5501830" y="6132880"/>
            <a:ext cx="6962145" cy="85876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4" name="Marcador de fecha 3">
            <a:extLst>
              <a:ext uri="{FF2B5EF4-FFF2-40B4-BE49-F238E27FC236}">
                <a16:creationId xmlns:a16="http://schemas.microsoft.com/office/drawing/2014/main" id="{64F21563-73B4-4549-8911-B0D06CF34F4D}"/>
              </a:ext>
            </a:extLst>
          </p:cNvPr>
          <p:cNvSpPr>
            <a:spLocks noGrp="1"/>
          </p:cNvSpPr>
          <p:nvPr>
            <p:ph type="dt" sz="half" idx="13"/>
          </p:nvPr>
        </p:nvSpPr>
        <p:spPr>
          <a:xfrm>
            <a:off x="5880296" y="6399612"/>
            <a:ext cx="1428466" cy="251105"/>
          </a:xfrm>
        </p:spPr>
        <p:txBody>
          <a:bodyPr/>
          <a:lstStyle/>
          <a:p>
            <a:fld id="{0389DF86-9CF7-644A-ABC2-A5C2ED969516}" type="datetimeFigureOut">
              <a:rPr lang="es-CO" smtClean="0"/>
              <a:pPr/>
              <a:t>25/06/2025</a:t>
            </a:fld>
            <a:endParaRPr lang="es-CO"/>
          </a:p>
        </p:txBody>
      </p:sp>
      <p:sp>
        <p:nvSpPr>
          <p:cNvPr id="12" name="Marcador de pie de página 11">
            <a:extLst>
              <a:ext uri="{FF2B5EF4-FFF2-40B4-BE49-F238E27FC236}">
                <a16:creationId xmlns:a16="http://schemas.microsoft.com/office/drawing/2014/main" id="{769D2ECD-4E9B-8545-AF6B-FC8377A57A67}"/>
              </a:ext>
            </a:extLst>
          </p:cNvPr>
          <p:cNvSpPr>
            <a:spLocks noGrp="1"/>
          </p:cNvSpPr>
          <p:nvPr>
            <p:ph type="ftr" sz="quarter" idx="14"/>
          </p:nvPr>
        </p:nvSpPr>
        <p:spPr>
          <a:xfrm>
            <a:off x="7592717" y="6399612"/>
            <a:ext cx="4182961" cy="251105"/>
          </a:xfrm>
        </p:spPr>
        <p:txBody>
          <a:bodyPr/>
          <a:lstStyle/>
          <a:p>
            <a:endParaRPr lang="es-CO"/>
          </a:p>
        </p:txBody>
      </p:sp>
      <p:pic>
        <p:nvPicPr>
          <p:cNvPr id="13" name="Gráfico 12">
            <a:extLst>
              <a:ext uri="{FF2B5EF4-FFF2-40B4-BE49-F238E27FC236}">
                <a16:creationId xmlns:a16="http://schemas.microsoft.com/office/drawing/2014/main" id="{4678CDED-27A5-5943-9F6B-EA131C288F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262595" y="235458"/>
            <a:ext cx="1470672" cy="614242"/>
          </a:xfrm>
          <a:prstGeom prst="rect">
            <a:avLst/>
          </a:prstGeom>
        </p:spPr>
      </p:pic>
    </p:spTree>
    <p:extLst>
      <p:ext uri="{BB962C8B-B14F-4D97-AF65-F5344CB8AC3E}">
        <p14:creationId xmlns:p14="http://schemas.microsoft.com/office/powerpoint/2010/main" val="280344726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Franja azul amplia">
    <p:spTree>
      <p:nvGrpSpPr>
        <p:cNvPr id="1" name=""/>
        <p:cNvGrpSpPr/>
        <p:nvPr/>
      </p:nvGrpSpPr>
      <p:grpSpPr>
        <a:xfrm>
          <a:off x="0" y="0"/>
          <a:ext cx="0" cy="0"/>
          <a:chOff x="0" y="0"/>
          <a:chExt cx="0" cy="0"/>
        </a:xfrm>
      </p:grpSpPr>
      <p:sp>
        <p:nvSpPr>
          <p:cNvPr id="8" name="Rectángulo 7">
            <a:extLst>
              <a:ext uri="{FF2B5EF4-FFF2-40B4-BE49-F238E27FC236}">
                <a16:creationId xmlns:a16="http://schemas.microsoft.com/office/drawing/2014/main" id="{26D8F236-7022-E34C-B233-9027F6DDD739}"/>
              </a:ext>
            </a:extLst>
          </p:cNvPr>
          <p:cNvSpPr/>
          <p:nvPr userDrawn="1"/>
        </p:nvSpPr>
        <p:spPr>
          <a:xfrm>
            <a:off x="-42578" y="-42204"/>
            <a:ext cx="12337742" cy="5578475"/>
          </a:xfrm>
          <a:prstGeom prst="rect">
            <a:avLst/>
          </a:prstGeom>
          <a:solidFill>
            <a:srgbClr val="5454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608853"/>
            <a:endParaRPr lang="es-CO"/>
          </a:p>
        </p:txBody>
      </p:sp>
      <p:sp>
        <p:nvSpPr>
          <p:cNvPr id="3" name="Marcador de fecha 2">
            <a:extLst>
              <a:ext uri="{FF2B5EF4-FFF2-40B4-BE49-F238E27FC236}">
                <a16:creationId xmlns:a16="http://schemas.microsoft.com/office/drawing/2014/main" id="{B8825C95-B00A-F94F-AA8B-132BD1D572AD}"/>
              </a:ext>
            </a:extLst>
          </p:cNvPr>
          <p:cNvSpPr>
            <a:spLocks noGrp="1"/>
          </p:cNvSpPr>
          <p:nvPr>
            <p:ph type="dt" sz="half" idx="10"/>
          </p:nvPr>
        </p:nvSpPr>
        <p:spPr/>
        <p:txBody>
          <a:bodyPr/>
          <a:lstStyle/>
          <a:p>
            <a:fld id="{0389DF86-9CF7-644A-ABC2-A5C2ED969516}" type="datetimeFigureOut">
              <a:rPr lang="es-CO" smtClean="0"/>
              <a:pPr/>
              <a:t>25/06/2025</a:t>
            </a:fld>
            <a:endParaRPr lang="es-CO"/>
          </a:p>
        </p:txBody>
      </p:sp>
      <p:sp>
        <p:nvSpPr>
          <p:cNvPr id="4" name="Marcador de pie de página 3">
            <a:extLst>
              <a:ext uri="{FF2B5EF4-FFF2-40B4-BE49-F238E27FC236}">
                <a16:creationId xmlns:a16="http://schemas.microsoft.com/office/drawing/2014/main" id="{7CD977C5-3017-5F44-9832-D154137BFA22}"/>
              </a:ext>
            </a:extLst>
          </p:cNvPr>
          <p:cNvSpPr>
            <a:spLocks noGrp="1"/>
          </p:cNvSpPr>
          <p:nvPr>
            <p:ph type="ftr" sz="quarter" idx="11"/>
          </p:nvPr>
        </p:nvSpPr>
        <p:spPr/>
        <p:txBody>
          <a:bodyPr/>
          <a:lstStyle/>
          <a:p>
            <a:endParaRPr lang="es-CO"/>
          </a:p>
        </p:txBody>
      </p:sp>
      <p:pic>
        <p:nvPicPr>
          <p:cNvPr id="5" name="Gráfico 4">
            <a:extLst>
              <a:ext uri="{FF2B5EF4-FFF2-40B4-BE49-F238E27FC236}">
                <a16:creationId xmlns:a16="http://schemas.microsoft.com/office/drawing/2014/main" id="{13F5093F-1AA4-0442-BADB-36A697E09AD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262597" y="395158"/>
            <a:ext cx="1242270" cy="482911"/>
          </a:xfrm>
          <a:prstGeom prst="rect">
            <a:avLst/>
          </a:prstGeom>
        </p:spPr>
      </p:pic>
      <p:sp>
        <p:nvSpPr>
          <p:cNvPr id="7" name="Título 6">
            <a:extLst>
              <a:ext uri="{FF2B5EF4-FFF2-40B4-BE49-F238E27FC236}">
                <a16:creationId xmlns:a16="http://schemas.microsoft.com/office/drawing/2014/main" id="{F4443051-1DFB-844E-B447-A5E2A8EC67A5}"/>
              </a:ext>
            </a:extLst>
          </p:cNvPr>
          <p:cNvSpPr>
            <a:spLocks noGrp="1"/>
          </p:cNvSpPr>
          <p:nvPr>
            <p:ph type="title" hasCustomPrompt="1"/>
          </p:nvPr>
        </p:nvSpPr>
        <p:spPr>
          <a:xfrm>
            <a:off x="304802" y="1321729"/>
            <a:ext cx="7052602" cy="578596"/>
          </a:xfrm>
          <a:prstGeom prst="rect">
            <a:avLst/>
          </a:prstGeom>
        </p:spPr>
        <p:txBody>
          <a:bodyPr/>
          <a:lstStyle>
            <a:lvl1pPr>
              <a:defRPr sz="2400">
                <a:solidFill>
                  <a:schemeClr val="bg1"/>
                </a:solidFill>
              </a:defRPr>
            </a:lvl1pPr>
          </a:lstStyle>
          <a:p>
            <a:r>
              <a:rPr lang="es-ES"/>
              <a:t>Título de la diapositiva</a:t>
            </a:r>
            <a:endParaRPr lang="es-CO"/>
          </a:p>
        </p:txBody>
      </p:sp>
      <p:pic>
        <p:nvPicPr>
          <p:cNvPr id="9" name="Gráfico 8">
            <a:extLst>
              <a:ext uri="{FF2B5EF4-FFF2-40B4-BE49-F238E27FC236}">
                <a16:creationId xmlns:a16="http://schemas.microsoft.com/office/drawing/2014/main" id="{4532BBA7-286A-444A-9D99-EF029176E4B8}"/>
              </a:ext>
            </a:extLst>
          </p:cNvPr>
          <p:cNvPicPr>
            <a:picLocks noChangeAspect="1"/>
          </p:cNvPicPr>
          <p:nvPr userDrawn="1"/>
        </p:nvPicPr>
        <p:blipFill>
          <a:blip r:embed="rId4">
            <a:extLst>
              <a:ext uri="{96DAC541-7B7A-43D3-8B79-37D633B846F1}">
                <asvg:svgBlip xmlns:asvg="http://schemas.microsoft.com/office/drawing/2016/SVG/main" r:embed="rId5"/>
              </a:ext>
            </a:extLst>
          </a:blip>
          <a:stretch>
            <a:fillRect/>
          </a:stretch>
        </p:blipFill>
        <p:spPr>
          <a:xfrm>
            <a:off x="262595" y="235458"/>
            <a:ext cx="1470672" cy="614242"/>
          </a:xfrm>
          <a:prstGeom prst="rect">
            <a:avLst/>
          </a:prstGeom>
        </p:spPr>
      </p:pic>
      <p:pic>
        <p:nvPicPr>
          <p:cNvPr id="11" name="Gráfico 10">
            <a:extLst>
              <a:ext uri="{FF2B5EF4-FFF2-40B4-BE49-F238E27FC236}">
                <a16:creationId xmlns:a16="http://schemas.microsoft.com/office/drawing/2014/main" id="{0496A4D0-BC95-3C46-AE7A-CA355846B0C3}"/>
              </a:ext>
            </a:extLst>
          </p:cNvPr>
          <p:cNvPicPr>
            <a:picLocks noChangeAspect="1"/>
          </p:cNvPicPr>
          <p:nvPr userDrawn="1"/>
        </p:nvPicPr>
        <p:blipFill>
          <a:blip r:embed="rId6">
            <a:extLst>
              <a:ext uri="{96DAC541-7B7A-43D3-8B79-37D633B846F1}">
                <asvg:svgBlip xmlns:asvg="http://schemas.microsoft.com/office/drawing/2016/SVG/main" r:embed="rId7"/>
              </a:ext>
            </a:extLst>
          </a:blip>
          <a:stretch>
            <a:fillRect/>
          </a:stretch>
        </p:blipFill>
        <p:spPr>
          <a:xfrm>
            <a:off x="11164550" y="300013"/>
            <a:ext cx="761678" cy="673200"/>
          </a:xfrm>
          <a:prstGeom prst="rect">
            <a:avLst/>
          </a:prstGeom>
        </p:spPr>
      </p:pic>
    </p:spTree>
    <p:extLst>
      <p:ext uri="{BB962C8B-B14F-4D97-AF65-F5344CB8AC3E}">
        <p14:creationId xmlns:p14="http://schemas.microsoft.com/office/powerpoint/2010/main" val="1472986920"/>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9.xml"/><Relationship Id="rId7" Type="http://schemas.openxmlformats.org/officeDocument/2006/relationships/theme" Target="../theme/theme2.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5" Type="http://schemas.openxmlformats.org/officeDocument/2006/relationships/slideLayout" Target="../slideLayouts/slideLayout11.xml"/><Relationship Id="rId4" Type="http://schemas.openxmlformats.org/officeDocument/2006/relationships/slideLayout" Target="../slideLayouts/slideLayout1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3.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Marcador de título 6">
            <a:extLst>
              <a:ext uri="{FF2B5EF4-FFF2-40B4-BE49-F238E27FC236}">
                <a16:creationId xmlns:a16="http://schemas.microsoft.com/office/drawing/2014/main" id="{3FF99415-B0C8-1241-95EA-F97AD3EB8D47}"/>
              </a:ext>
            </a:extLst>
          </p:cNvPr>
          <p:cNvSpPr>
            <a:spLocks noGrp="1"/>
          </p:cNvSpPr>
          <p:nvPr>
            <p:ph type="title"/>
          </p:nvPr>
        </p:nvSpPr>
        <p:spPr>
          <a:xfrm>
            <a:off x="838201" y="3675883"/>
            <a:ext cx="4700752"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Tree>
  </p:cSld>
  <p:clrMap bg1="lt1" tx1="dk1" bg2="lt2" tx2="dk2" accent1="accent1" accent2="accent2" accent3="accent3" accent4="accent4" accent5="accent5" accent6="accent6" hlink="hlink" folHlink="folHlink"/>
  <p:sldLayoutIdLst>
    <p:sldLayoutId id="2147494605" r:id="rId1"/>
    <p:sldLayoutId id="2147494685" r:id="rId2"/>
    <p:sldLayoutId id="2147494686" r:id="rId3"/>
    <p:sldLayoutId id="2147494687" r:id="rId4"/>
    <p:sldLayoutId id="2147494688" r:id="rId5"/>
    <p:sldLayoutId id="2147494689" r:id="rId6"/>
  </p:sldLayoutIdLst>
  <p:hf hdr="0"/>
  <p:txStyles>
    <p:titleStyle>
      <a:lvl1pPr algn="l" defTabSz="608013" rtl="0" eaLnBrk="1" fontAlgn="base" hangingPunct="1">
        <a:spcBef>
          <a:spcPct val="0"/>
        </a:spcBef>
        <a:spcAft>
          <a:spcPct val="0"/>
        </a:spcAft>
        <a:defRPr sz="2400" b="0" kern="1200" baseline="0">
          <a:solidFill>
            <a:schemeClr val="tx1"/>
          </a:solidFill>
          <a:latin typeface="+mj-lt"/>
          <a:ea typeface="ＭＳ Ｐゴシック" charset="0"/>
          <a:cs typeface="ＭＳ Ｐゴシック" charset="0"/>
        </a:defRPr>
      </a:lvl1pPr>
      <a:lvl2pPr algn="l" defTabSz="608013" rtl="0" eaLnBrk="1" fontAlgn="base" hangingPunct="1">
        <a:spcBef>
          <a:spcPct val="0"/>
        </a:spcBef>
        <a:spcAft>
          <a:spcPct val="0"/>
        </a:spcAft>
        <a:defRPr sz="2400" b="1">
          <a:solidFill>
            <a:srgbClr val="0033A0"/>
          </a:solidFill>
          <a:latin typeface="Arial" charset="0"/>
          <a:ea typeface="ＭＳ Ｐゴシック" charset="0"/>
          <a:cs typeface="ＭＳ Ｐゴシック" charset="0"/>
        </a:defRPr>
      </a:lvl2pPr>
      <a:lvl3pPr algn="l" defTabSz="608013" rtl="0" eaLnBrk="1" fontAlgn="base" hangingPunct="1">
        <a:spcBef>
          <a:spcPct val="0"/>
        </a:spcBef>
        <a:spcAft>
          <a:spcPct val="0"/>
        </a:spcAft>
        <a:defRPr sz="2400" b="1">
          <a:solidFill>
            <a:srgbClr val="0033A0"/>
          </a:solidFill>
          <a:latin typeface="Arial" charset="0"/>
          <a:ea typeface="ＭＳ Ｐゴシック" charset="0"/>
          <a:cs typeface="ＭＳ Ｐゴシック" charset="0"/>
        </a:defRPr>
      </a:lvl3pPr>
      <a:lvl4pPr algn="l" defTabSz="608013" rtl="0" eaLnBrk="1" fontAlgn="base" hangingPunct="1">
        <a:spcBef>
          <a:spcPct val="0"/>
        </a:spcBef>
        <a:spcAft>
          <a:spcPct val="0"/>
        </a:spcAft>
        <a:defRPr sz="2400" b="1">
          <a:solidFill>
            <a:srgbClr val="0033A0"/>
          </a:solidFill>
          <a:latin typeface="Arial" charset="0"/>
          <a:ea typeface="ＭＳ Ｐゴシック" charset="0"/>
          <a:cs typeface="ＭＳ Ｐゴシック" charset="0"/>
        </a:defRPr>
      </a:lvl4pPr>
      <a:lvl5pPr algn="l" defTabSz="608013" rtl="0" eaLnBrk="1" fontAlgn="base" hangingPunct="1">
        <a:spcBef>
          <a:spcPct val="0"/>
        </a:spcBef>
        <a:spcAft>
          <a:spcPct val="0"/>
        </a:spcAft>
        <a:defRPr sz="2400" b="1">
          <a:solidFill>
            <a:srgbClr val="0033A0"/>
          </a:solidFill>
          <a:latin typeface="Arial" charset="0"/>
          <a:ea typeface="ＭＳ Ｐゴシック" charset="0"/>
          <a:cs typeface="ＭＳ Ｐゴシック" charset="0"/>
        </a:defRPr>
      </a:lvl5pPr>
      <a:lvl6pPr marL="608853" algn="l" defTabSz="608853" rtl="0" eaLnBrk="1" fontAlgn="base" hangingPunct="1">
        <a:spcBef>
          <a:spcPct val="0"/>
        </a:spcBef>
        <a:spcAft>
          <a:spcPct val="0"/>
        </a:spcAft>
        <a:defRPr sz="2700">
          <a:solidFill>
            <a:srgbClr val="0033A0"/>
          </a:solidFill>
          <a:latin typeface="Arial" charset="0"/>
          <a:ea typeface="ＭＳ Ｐゴシック" charset="0"/>
          <a:cs typeface="ＭＳ Ｐゴシック" charset="0"/>
        </a:defRPr>
      </a:lvl6pPr>
      <a:lvl7pPr marL="1217706" algn="l" defTabSz="608853" rtl="0" eaLnBrk="1" fontAlgn="base" hangingPunct="1">
        <a:spcBef>
          <a:spcPct val="0"/>
        </a:spcBef>
        <a:spcAft>
          <a:spcPct val="0"/>
        </a:spcAft>
        <a:defRPr sz="2700">
          <a:solidFill>
            <a:srgbClr val="0033A0"/>
          </a:solidFill>
          <a:latin typeface="Arial" charset="0"/>
          <a:ea typeface="ＭＳ Ｐゴシック" charset="0"/>
          <a:cs typeface="ＭＳ Ｐゴシック" charset="0"/>
        </a:defRPr>
      </a:lvl7pPr>
      <a:lvl8pPr marL="1826560" algn="l" defTabSz="608853" rtl="0" eaLnBrk="1" fontAlgn="base" hangingPunct="1">
        <a:spcBef>
          <a:spcPct val="0"/>
        </a:spcBef>
        <a:spcAft>
          <a:spcPct val="0"/>
        </a:spcAft>
        <a:defRPr sz="2700">
          <a:solidFill>
            <a:srgbClr val="0033A0"/>
          </a:solidFill>
          <a:latin typeface="Arial" charset="0"/>
          <a:ea typeface="ＭＳ Ｐゴシック" charset="0"/>
          <a:cs typeface="ＭＳ Ｐゴシック" charset="0"/>
        </a:defRPr>
      </a:lvl8pPr>
      <a:lvl9pPr marL="2435413" algn="l" defTabSz="608853" rtl="0" eaLnBrk="1" fontAlgn="base" hangingPunct="1">
        <a:spcBef>
          <a:spcPct val="0"/>
        </a:spcBef>
        <a:spcAft>
          <a:spcPct val="0"/>
        </a:spcAft>
        <a:defRPr sz="2700">
          <a:solidFill>
            <a:srgbClr val="0033A0"/>
          </a:solidFill>
          <a:latin typeface="Arial" charset="0"/>
          <a:ea typeface="ＭＳ Ｐゴシック" charset="0"/>
          <a:cs typeface="ＭＳ Ｐゴシック" charset="0"/>
        </a:defRPr>
      </a:lvl9pPr>
    </p:titleStyle>
    <p:bodyStyle>
      <a:lvl1pPr marL="455613" indent="-455613" algn="l" defTabSz="608013" rtl="0" eaLnBrk="1" fontAlgn="base" hangingPunct="1">
        <a:lnSpc>
          <a:spcPct val="130000"/>
        </a:lnSpc>
        <a:spcBef>
          <a:spcPct val="20000"/>
        </a:spcBef>
        <a:spcAft>
          <a:spcPct val="0"/>
        </a:spcAft>
        <a:buFont typeface="Arial" charset="0"/>
        <a:defRPr sz="1200" kern="1200">
          <a:solidFill>
            <a:srgbClr val="676767"/>
          </a:solidFill>
          <a:latin typeface="+mn-lt"/>
          <a:ea typeface="ＭＳ Ｐゴシック" charset="0"/>
          <a:cs typeface="ＭＳ Ｐゴシック" charset="0"/>
        </a:defRPr>
      </a:lvl1pPr>
      <a:lvl2pPr marL="230188" indent="-230188" algn="l" defTabSz="608013" rtl="0" eaLnBrk="1" fontAlgn="base" hangingPunct="1">
        <a:lnSpc>
          <a:spcPct val="130000"/>
        </a:lnSpc>
        <a:spcBef>
          <a:spcPts val="300"/>
        </a:spcBef>
        <a:spcAft>
          <a:spcPct val="0"/>
        </a:spcAft>
        <a:buClr>
          <a:srgbClr val="E3E829"/>
        </a:buClr>
        <a:buSzPct val="120000"/>
        <a:buFont typeface="Arial" charset="0"/>
        <a:buChar char="•"/>
        <a:defRPr sz="1200" kern="1200">
          <a:solidFill>
            <a:srgbClr val="676767"/>
          </a:solidFill>
          <a:latin typeface="+mn-lt"/>
          <a:ea typeface="ＭＳ Ｐゴシック" charset="0"/>
          <a:cs typeface="+mn-cs"/>
        </a:defRPr>
      </a:lvl2pPr>
      <a:lvl3pPr marL="454025" indent="-223838" algn="l" defTabSz="608013" rtl="0" eaLnBrk="1" fontAlgn="base" hangingPunct="1">
        <a:lnSpc>
          <a:spcPct val="130000"/>
        </a:lnSpc>
        <a:spcBef>
          <a:spcPts val="300"/>
        </a:spcBef>
        <a:spcAft>
          <a:spcPct val="0"/>
        </a:spcAft>
        <a:buClr>
          <a:srgbClr val="0033A0"/>
        </a:buClr>
        <a:buFont typeface="Wingdings" charset="0"/>
        <a:buChar char="§"/>
        <a:defRPr sz="1200" kern="1200">
          <a:solidFill>
            <a:srgbClr val="676767"/>
          </a:solidFill>
          <a:latin typeface="+mn-lt"/>
          <a:ea typeface="ＭＳ Ｐゴシック" charset="0"/>
          <a:cs typeface="+mn-cs"/>
        </a:defRPr>
      </a:lvl3pPr>
      <a:lvl4pPr marL="758825" indent="-303213" algn="l" defTabSz="608013" rtl="0" eaLnBrk="1" fontAlgn="base" hangingPunct="1">
        <a:lnSpc>
          <a:spcPct val="130000"/>
        </a:lnSpc>
        <a:spcBef>
          <a:spcPts val="300"/>
        </a:spcBef>
        <a:spcAft>
          <a:spcPct val="0"/>
        </a:spcAft>
        <a:buClr>
          <a:srgbClr val="00AEC7"/>
        </a:buClr>
        <a:buFont typeface="Lucida Grande" charset="0"/>
        <a:buChar char="‣"/>
        <a:defRPr sz="1200" kern="1200">
          <a:solidFill>
            <a:srgbClr val="676767"/>
          </a:solidFill>
          <a:latin typeface="+mn-lt"/>
          <a:ea typeface="ＭＳ Ｐゴシック" charset="0"/>
          <a:cs typeface="+mn-cs"/>
        </a:defRPr>
      </a:lvl4pPr>
      <a:lvl5pPr marL="985838" indent="-225425" algn="l" defTabSz="608013" rtl="0" eaLnBrk="1" fontAlgn="base" hangingPunct="1">
        <a:lnSpc>
          <a:spcPct val="130000"/>
        </a:lnSpc>
        <a:spcBef>
          <a:spcPts val="300"/>
        </a:spcBef>
        <a:spcAft>
          <a:spcPct val="0"/>
        </a:spcAft>
        <a:buClr>
          <a:schemeClr val="accent1"/>
        </a:buClr>
        <a:buFont typeface="Arial" charset="0"/>
        <a:buChar char="•"/>
        <a:defRPr sz="1200" kern="1200">
          <a:solidFill>
            <a:srgbClr val="676767"/>
          </a:solidFill>
          <a:latin typeface="+mn-lt"/>
          <a:ea typeface="ＭＳ Ｐゴシック" charset="0"/>
          <a:cs typeface="+mn-cs"/>
        </a:defRPr>
      </a:lvl5pPr>
      <a:lvl6pPr marL="3348693" indent="-304427" algn="l" defTabSz="608853" rtl="0" eaLnBrk="1" latinLnBrk="0" hangingPunct="1">
        <a:spcBef>
          <a:spcPct val="20000"/>
        </a:spcBef>
        <a:buFont typeface="Arial"/>
        <a:buChar char="•"/>
        <a:defRPr sz="2700" kern="1200">
          <a:solidFill>
            <a:schemeClr val="tx1"/>
          </a:solidFill>
          <a:latin typeface="+mn-lt"/>
          <a:ea typeface="+mn-ea"/>
          <a:cs typeface="+mn-cs"/>
        </a:defRPr>
      </a:lvl6pPr>
      <a:lvl7pPr marL="3957546" indent="-304427" algn="l" defTabSz="608853" rtl="0" eaLnBrk="1" latinLnBrk="0" hangingPunct="1">
        <a:spcBef>
          <a:spcPct val="20000"/>
        </a:spcBef>
        <a:buFont typeface="Arial"/>
        <a:buChar char="•"/>
        <a:defRPr sz="2700" kern="1200">
          <a:solidFill>
            <a:schemeClr val="tx1"/>
          </a:solidFill>
          <a:latin typeface="+mn-lt"/>
          <a:ea typeface="+mn-ea"/>
          <a:cs typeface="+mn-cs"/>
        </a:defRPr>
      </a:lvl7pPr>
      <a:lvl8pPr marL="4566399" indent="-304427" algn="l" defTabSz="608853" rtl="0" eaLnBrk="1" latinLnBrk="0" hangingPunct="1">
        <a:spcBef>
          <a:spcPct val="20000"/>
        </a:spcBef>
        <a:buFont typeface="Arial"/>
        <a:buChar char="•"/>
        <a:defRPr sz="2700" kern="1200">
          <a:solidFill>
            <a:schemeClr val="tx1"/>
          </a:solidFill>
          <a:latin typeface="+mn-lt"/>
          <a:ea typeface="+mn-ea"/>
          <a:cs typeface="+mn-cs"/>
        </a:defRPr>
      </a:lvl8pPr>
      <a:lvl9pPr marL="5175253" indent="-304427" algn="l" defTabSz="608853" rtl="0" eaLnBrk="1" latinLnBrk="0" hangingPunct="1">
        <a:spcBef>
          <a:spcPct val="20000"/>
        </a:spcBef>
        <a:buFont typeface="Arial"/>
        <a:buChar char="•"/>
        <a:defRPr sz="2700" kern="1200">
          <a:solidFill>
            <a:schemeClr val="tx1"/>
          </a:solidFill>
          <a:latin typeface="+mn-lt"/>
          <a:ea typeface="+mn-ea"/>
          <a:cs typeface="+mn-cs"/>
        </a:defRPr>
      </a:lvl9pPr>
    </p:bodyStyle>
    <p:otherStyle>
      <a:defPPr>
        <a:defRPr lang="en-US"/>
      </a:defPPr>
      <a:lvl1pPr marL="0" algn="l" defTabSz="608853" rtl="0" eaLnBrk="1" latinLnBrk="0" hangingPunct="1">
        <a:defRPr sz="2400" kern="1200">
          <a:solidFill>
            <a:schemeClr val="tx1"/>
          </a:solidFill>
          <a:latin typeface="+mn-lt"/>
          <a:ea typeface="+mn-ea"/>
          <a:cs typeface="+mn-cs"/>
        </a:defRPr>
      </a:lvl1pPr>
      <a:lvl2pPr marL="608853" algn="l" defTabSz="608853" rtl="0" eaLnBrk="1" latinLnBrk="0" hangingPunct="1">
        <a:defRPr sz="2400" kern="1200">
          <a:solidFill>
            <a:schemeClr val="tx1"/>
          </a:solidFill>
          <a:latin typeface="+mn-lt"/>
          <a:ea typeface="+mn-ea"/>
          <a:cs typeface="+mn-cs"/>
        </a:defRPr>
      </a:lvl2pPr>
      <a:lvl3pPr marL="1217706" algn="l" defTabSz="608853" rtl="0" eaLnBrk="1" latinLnBrk="0" hangingPunct="1">
        <a:defRPr sz="2400" kern="1200">
          <a:solidFill>
            <a:schemeClr val="tx1"/>
          </a:solidFill>
          <a:latin typeface="+mn-lt"/>
          <a:ea typeface="+mn-ea"/>
          <a:cs typeface="+mn-cs"/>
        </a:defRPr>
      </a:lvl3pPr>
      <a:lvl4pPr marL="1826560" algn="l" defTabSz="608853" rtl="0" eaLnBrk="1" latinLnBrk="0" hangingPunct="1">
        <a:defRPr sz="2400" kern="1200">
          <a:solidFill>
            <a:schemeClr val="tx1"/>
          </a:solidFill>
          <a:latin typeface="+mn-lt"/>
          <a:ea typeface="+mn-ea"/>
          <a:cs typeface="+mn-cs"/>
        </a:defRPr>
      </a:lvl4pPr>
      <a:lvl5pPr marL="2435413" algn="l" defTabSz="608853" rtl="0" eaLnBrk="1" latinLnBrk="0" hangingPunct="1">
        <a:defRPr sz="2400" kern="1200">
          <a:solidFill>
            <a:schemeClr val="tx1"/>
          </a:solidFill>
          <a:latin typeface="+mn-lt"/>
          <a:ea typeface="+mn-ea"/>
          <a:cs typeface="+mn-cs"/>
        </a:defRPr>
      </a:lvl5pPr>
      <a:lvl6pPr marL="3044266" algn="l" defTabSz="608853" rtl="0" eaLnBrk="1" latinLnBrk="0" hangingPunct="1">
        <a:defRPr sz="2400" kern="1200">
          <a:solidFill>
            <a:schemeClr val="tx1"/>
          </a:solidFill>
          <a:latin typeface="+mn-lt"/>
          <a:ea typeface="+mn-ea"/>
          <a:cs typeface="+mn-cs"/>
        </a:defRPr>
      </a:lvl6pPr>
      <a:lvl7pPr marL="3653119" algn="l" defTabSz="608853" rtl="0" eaLnBrk="1" latinLnBrk="0" hangingPunct="1">
        <a:defRPr sz="2400" kern="1200">
          <a:solidFill>
            <a:schemeClr val="tx1"/>
          </a:solidFill>
          <a:latin typeface="+mn-lt"/>
          <a:ea typeface="+mn-ea"/>
          <a:cs typeface="+mn-cs"/>
        </a:defRPr>
      </a:lvl7pPr>
      <a:lvl8pPr marL="4261973" algn="l" defTabSz="608853" rtl="0" eaLnBrk="1" latinLnBrk="0" hangingPunct="1">
        <a:defRPr sz="2400" kern="1200">
          <a:solidFill>
            <a:schemeClr val="tx1"/>
          </a:solidFill>
          <a:latin typeface="+mn-lt"/>
          <a:ea typeface="+mn-ea"/>
          <a:cs typeface="+mn-cs"/>
        </a:defRPr>
      </a:lvl8pPr>
      <a:lvl9pPr marL="4870826" algn="l" defTabSz="608853" rtl="0" eaLnBrk="1" latinLnBrk="0" hangingPunct="1">
        <a:defRPr sz="24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906481971"/>
      </p:ext>
    </p:extLst>
  </p:cSld>
  <p:clrMap bg1="lt1" tx1="dk1" bg2="lt2" tx2="dk2" accent1="accent1" accent2="accent2" accent3="accent3" accent4="accent4" accent5="accent5" accent6="accent6" hlink="hlink" folHlink="folHlink"/>
  <p:sldLayoutIdLst>
    <p:sldLayoutId id="2147494619" r:id="rId1"/>
    <p:sldLayoutId id="2147494691" r:id="rId2"/>
    <p:sldLayoutId id="2147494690" r:id="rId3"/>
    <p:sldLayoutId id="2147494704" r:id="rId4"/>
    <p:sldLayoutId id="2147494705" r:id="rId5"/>
    <p:sldLayoutId id="2147494706" r:id="rId6"/>
  </p:sldLayoutIdLst>
  <p:hf hdr="0"/>
  <p:txStyles>
    <p:titleStyle>
      <a:lvl1pPr algn="ctr" defTabSz="914400" rtl="0" eaLnBrk="1" latinLnBrk="0" hangingPunct="1">
        <a:lnSpc>
          <a:spcPct val="90000"/>
        </a:lnSpc>
        <a:spcBef>
          <a:spcPct val="0"/>
        </a:spcBef>
        <a:buNone/>
        <a:defRPr sz="4400" b="1"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alpha val="9804"/>
          </a:schemeClr>
        </a:solidFill>
        <a:effectLst/>
      </p:bgPr>
    </p:bg>
    <p:spTree>
      <p:nvGrpSpPr>
        <p:cNvPr id="1" name=""/>
        <p:cNvGrpSpPr/>
        <p:nvPr/>
      </p:nvGrpSpPr>
      <p:grpSpPr>
        <a:xfrm>
          <a:off x="0" y="0"/>
          <a:ext cx="0" cy="0"/>
          <a:chOff x="0" y="0"/>
          <a:chExt cx="0" cy="0"/>
        </a:xfrm>
      </p:grpSpPr>
      <p:sp>
        <p:nvSpPr>
          <p:cNvPr id="3" name="Marcador de fecha 2">
            <a:extLst>
              <a:ext uri="{FF2B5EF4-FFF2-40B4-BE49-F238E27FC236}">
                <a16:creationId xmlns:a16="http://schemas.microsoft.com/office/drawing/2014/main" id="{9A9ED10E-F495-3C40-BD87-A6D700A5B64F}"/>
              </a:ext>
            </a:extLst>
          </p:cNvPr>
          <p:cNvSpPr>
            <a:spLocks noGrp="1"/>
          </p:cNvSpPr>
          <p:nvPr>
            <p:ph type="dt" sz="half" idx="2"/>
          </p:nvPr>
        </p:nvSpPr>
        <p:spPr>
          <a:xfrm>
            <a:off x="304801" y="6484018"/>
            <a:ext cx="1428466" cy="251105"/>
          </a:xfrm>
          <a:prstGeom prst="rect">
            <a:avLst/>
          </a:prstGeom>
        </p:spPr>
        <p:txBody>
          <a:bodyPr vert="horz" lIns="91440" tIns="45720" rIns="91440" bIns="45720" rtlCol="0" anchor="ctr"/>
          <a:lstStyle>
            <a:lvl1pPr algn="l">
              <a:defRPr sz="1200">
                <a:solidFill>
                  <a:srgbClr val="5454E9"/>
                </a:solidFill>
              </a:defRPr>
            </a:lvl1pPr>
          </a:lstStyle>
          <a:p>
            <a:fld id="{0389DF86-9CF7-644A-ABC2-A5C2ED969516}" type="datetimeFigureOut">
              <a:rPr lang="es-CO" smtClean="0"/>
              <a:pPr/>
              <a:t>25/06/2025</a:t>
            </a:fld>
            <a:endParaRPr lang="es-CO"/>
          </a:p>
        </p:txBody>
      </p:sp>
      <p:sp>
        <p:nvSpPr>
          <p:cNvPr id="6" name="Marcador de pie de página 5">
            <a:extLst>
              <a:ext uri="{FF2B5EF4-FFF2-40B4-BE49-F238E27FC236}">
                <a16:creationId xmlns:a16="http://schemas.microsoft.com/office/drawing/2014/main" id="{87885F37-2003-974A-86AF-3C8EC157AA63}"/>
              </a:ext>
            </a:extLst>
          </p:cNvPr>
          <p:cNvSpPr>
            <a:spLocks noGrp="1"/>
          </p:cNvSpPr>
          <p:nvPr>
            <p:ph type="ftr" sz="quarter" idx="3"/>
          </p:nvPr>
        </p:nvSpPr>
        <p:spPr>
          <a:xfrm>
            <a:off x="2017222" y="6484018"/>
            <a:ext cx="4182961" cy="251105"/>
          </a:xfrm>
          <a:prstGeom prst="rect">
            <a:avLst/>
          </a:prstGeom>
        </p:spPr>
        <p:txBody>
          <a:bodyPr vert="horz" lIns="91440" tIns="45720" rIns="91440" bIns="45720" rtlCol="0" anchor="ctr"/>
          <a:lstStyle>
            <a:lvl1pPr algn="l">
              <a:defRPr sz="1200" b="0">
                <a:solidFill>
                  <a:srgbClr val="5454E9"/>
                </a:solidFill>
              </a:defRPr>
            </a:lvl1pPr>
          </a:lstStyle>
          <a:p>
            <a:endParaRPr lang="es-CO"/>
          </a:p>
        </p:txBody>
      </p:sp>
    </p:spTree>
    <p:extLst>
      <p:ext uri="{BB962C8B-B14F-4D97-AF65-F5344CB8AC3E}">
        <p14:creationId xmlns:p14="http://schemas.microsoft.com/office/powerpoint/2010/main" val="156645415"/>
      </p:ext>
    </p:extLst>
  </p:cSld>
  <p:clrMap bg1="lt1" tx1="dk1" bg2="lt2" tx2="dk2" accent1="accent1" accent2="accent2" accent3="accent3" accent4="accent4" accent5="accent5" accent6="accent6" hlink="hlink" folHlink="folHlink"/>
  <p:sldLayoutIdLst>
    <p:sldLayoutId id="2147494708" r:id="rId1"/>
    <p:sldLayoutId id="2147494709" r:id="rId2"/>
    <p:sldLayoutId id="2147494710" r:id="rId3"/>
    <p:sldLayoutId id="2147494725" r:id="rId4"/>
    <p:sldLayoutId id="2147494726" r:id="rId5"/>
    <p:sldLayoutId id="2147494712" r:id="rId6"/>
    <p:sldLayoutId id="2147494713" r:id="rId7"/>
    <p:sldLayoutId id="2147494714" r:id="rId8"/>
    <p:sldLayoutId id="2147494715" r:id="rId9"/>
    <p:sldLayoutId id="2147494716" r:id="rId10"/>
    <p:sldLayoutId id="2147494717" r:id="rId11"/>
    <p:sldLayoutId id="2147494724" r:id="rId12"/>
  </p:sldLayoutIdLst>
  <p:hf hdr="0"/>
  <p:txStyles>
    <p:titleStyle>
      <a:lvl1pPr algn="l" defTabSz="914400" rtl="0" eaLnBrk="1" latinLnBrk="0" hangingPunct="1">
        <a:lnSpc>
          <a:spcPct val="90000"/>
        </a:lnSpc>
        <a:spcBef>
          <a:spcPct val="0"/>
        </a:spcBef>
        <a:buNone/>
        <a:defRPr sz="1200" b="0" kern="1200">
          <a:solidFill>
            <a:srgbClr val="5454E9"/>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jpeg"/><Relationship Id="rId1" Type="http://schemas.openxmlformats.org/officeDocument/2006/relationships/slideLayout" Target="../slideLayouts/slideLayout15.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5.xml.rels><?xml version="1.0" encoding="UTF-8" standalone="yes"?>
<Relationships xmlns="http://schemas.openxmlformats.org/package/2006/relationships"><Relationship Id="rId2" Type="http://schemas.openxmlformats.org/officeDocument/2006/relationships/image" Target="../media/image18.emf"/><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8.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11.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xml"/><Relationship Id="rId1" Type="http://schemas.openxmlformats.org/officeDocument/2006/relationships/slideLayout" Target="../slideLayouts/slideLayout24.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6AF8589-F9C0-9245-A588-BC24361345DE}"/>
              </a:ext>
            </a:extLst>
          </p:cNvPr>
          <p:cNvSpPr>
            <a:spLocks noGrp="1"/>
          </p:cNvSpPr>
          <p:nvPr>
            <p:ph type="title"/>
          </p:nvPr>
        </p:nvSpPr>
        <p:spPr>
          <a:xfrm>
            <a:off x="696778" y="4033006"/>
            <a:ext cx="5264074" cy="461534"/>
          </a:xfrm>
        </p:spPr>
        <p:txBody>
          <a:bodyPr/>
          <a:lstStyle/>
          <a:p>
            <a:r>
              <a:rPr lang="es-MX" sz="2400"/>
              <a:t>Pronóstico de la Demanda para Productos de Vida Útil Corta, en la categoría de líquidos, en una Empresa B2B de Derivados Lácteos </a:t>
            </a:r>
            <a:endParaRPr lang="es-CO" sz="2800" b="1"/>
          </a:p>
        </p:txBody>
      </p:sp>
      <p:sp>
        <p:nvSpPr>
          <p:cNvPr id="3" name="Marcador de texto 2">
            <a:extLst>
              <a:ext uri="{FF2B5EF4-FFF2-40B4-BE49-F238E27FC236}">
                <a16:creationId xmlns:a16="http://schemas.microsoft.com/office/drawing/2014/main" id="{ED43BBDE-2D07-A240-9EA2-354DE608E37F}"/>
              </a:ext>
            </a:extLst>
          </p:cNvPr>
          <p:cNvSpPr>
            <a:spLocks noGrp="1"/>
          </p:cNvSpPr>
          <p:nvPr>
            <p:ph type="body" sz="quarter" idx="12"/>
          </p:nvPr>
        </p:nvSpPr>
        <p:spPr>
          <a:xfrm>
            <a:off x="536522" y="4792147"/>
            <a:ext cx="3866595" cy="863935"/>
          </a:xfrm>
        </p:spPr>
        <p:txBody>
          <a:bodyPr lIns="91440" tIns="45720" rIns="91440" bIns="45720" anchor="t"/>
          <a:lstStyle/>
          <a:p>
            <a:pPr marL="455295" indent="-455295"/>
            <a:r>
              <a:rPr lang="es-CO" sz="1200">
                <a:ea typeface="ＭＳ Ｐゴシック"/>
              </a:rPr>
              <a:t>Cano, Andrés</a:t>
            </a:r>
          </a:p>
          <a:p>
            <a:pPr marL="455295" indent="-455295"/>
            <a:r>
              <a:rPr lang="es-CO" sz="1200">
                <a:solidFill>
                  <a:schemeClr val="tx1"/>
                </a:solidFill>
                <a:ea typeface="ＭＳ Ｐゴシック"/>
              </a:rPr>
              <a:t>Meneses, Andrés</a:t>
            </a:r>
          </a:p>
          <a:p>
            <a:pPr marL="455295" indent="-455295"/>
            <a:r>
              <a:rPr lang="es-CO" sz="1200">
                <a:ea typeface="ＭＳ Ｐゴシック"/>
              </a:rPr>
              <a:t>Reales, </a:t>
            </a:r>
            <a:r>
              <a:rPr lang="es-CO" sz="1200" err="1">
                <a:ea typeface="ＭＳ Ｐゴシック"/>
              </a:rPr>
              <a:t>Jhonattan</a:t>
            </a:r>
            <a:endParaRPr lang="es-CO" sz="1200">
              <a:solidFill>
                <a:schemeClr val="tx1"/>
              </a:solidFill>
            </a:endParaRPr>
          </a:p>
        </p:txBody>
      </p:sp>
    </p:spTree>
    <p:extLst>
      <p:ext uri="{BB962C8B-B14F-4D97-AF65-F5344CB8AC3E}">
        <p14:creationId xmlns:p14="http://schemas.microsoft.com/office/powerpoint/2010/main" val="39337837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E5E8A7E2-A716-344A-BA84-6828757C14F6}"/>
              </a:ext>
            </a:extLst>
          </p:cNvPr>
          <p:cNvSpPr>
            <a:spLocks noGrp="1"/>
          </p:cNvSpPr>
          <p:nvPr>
            <p:ph type="dt" sz="half" idx="10"/>
          </p:nvPr>
        </p:nvSpPr>
        <p:spPr/>
        <p:txBody>
          <a:bodyPr/>
          <a:lstStyle/>
          <a:p>
            <a:fld id="{006B194E-E808-0B40-A05B-8A442F73F8B1}" type="datetime1">
              <a:rPr lang="es-CO" smtClean="0"/>
              <a:t>25/06/2025</a:t>
            </a:fld>
            <a:endParaRPr lang="es-CO"/>
          </a:p>
        </p:txBody>
      </p:sp>
      <p:sp>
        <p:nvSpPr>
          <p:cNvPr id="3" name="Marcador de pie de página 2">
            <a:extLst>
              <a:ext uri="{FF2B5EF4-FFF2-40B4-BE49-F238E27FC236}">
                <a16:creationId xmlns:a16="http://schemas.microsoft.com/office/drawing/2014/main" id="{169F087C-79CB-E44B-A0ED-9702E7CC9DCC}"/>
              </a:ext>
            </a:extLst>
          </p:cNvPr>
          <p:cNvSpPr>
            <a:spLocks noGrp="1"/>
          </p:cNvSpPr>
          <p:nvPr>
            <p:ph type="ftr" sz="quarter" idx="11"/>
          </p:nvPr>
        </p:nvSpPr>
        <p:spPr/>
        <p:txBody>
          <a:bodyPr/>
          <a:lstStyle/>
          <a:p>
            <a:r>
              <a:rPr lang="es-CO"/>
              <a:t>4</a:t>
            </a:r>
          </a:p>
        </p:txBody>
      </p:sp>
      <p:sp>
        <p:nvSpPr>
          <p:cNvPr id="4" name="Título 3">
            <a:extLst>
              <a:ext uri="{FF2B5EF4-FFF2-40B4-BE49-F238E27FC236}">
                <a16:creationId xmlns:a16="http://schemas.microsoft.com/office/drawing/2014/main" id="{97F3FF72-2BF1-4D4F-8974-5CCAFA5B0C33}"/>
              </a:ext>
            </a:extLst>
          </p:cNvPr>
          <p:cNvSpPr>
            <a:spLocks noGrp="1"/>
          </p:cNvSpPr>
          <p:nvPr>
            <p:ph type="title"/>
          </p:nvPr>
        </p:nvSpPr>
        <p:spPr>
          <a:xfrm>
            <a:off x="295773" y="1047717"/>
            <a:ext cx="11371383" cy="647748"/>
          </a:xfrm>
        </p:spPr>
        <p:txBody>
          <a:bodyPr lIns="91440" tIns="45720" rIns="91440" bIns="45720" anchor="t"/>
          <a:lstStyle/>
          <a:p>
            <a:pPr algn="ctr"/>
            <a:r>
              <a:rPr lang="es-CO" b="1">
                <a:cs typeface="Arial"/>
              </a:rPr>
              <a:t>CONTEXTO</a:t>
            </a:r>
          </a:p>
        </p:txBody>
      </p:sp>
      <p:grpSp>
        <p:nvGrpSpPr>
          <p:cNvPr id="19" name="Grupo 18">
            <a:extLst>
              <a:ext uri="{FF2B5EF4-FFF2-40B4-BE49-F238E27FC236}">
                <a16:creationId xmlns:a16="http://schemas.microsoft.com/office/drawing/2014/main" id="{D52792E7-64D6-D937-A93F-31592779BD37}"/>
              </a:ext>
            </a:extLst>
          </p:cNvPr>
          <p:cNvGrpSpPr/>
          <p:nvPr/>
        </p:nvGrpSpPr>
        <p:grpSpPr>
          <a:xfrm>
            <a:off x="154207" y="1639492"/>
            <a:ext cx="2268000" cy="5095631"/>
            <a:chOff x="154207" y="1967040"/>
            <a:chExt cx="2268000" cy="5547437"/>
          </a:xfrm>
        </p:grpSpPr>
        <p:grpSp>
          <p:nvGrpSpPr>
            <p:cNvPr id="16" name="Grupo 15">
              <a:extLst>
                <a:ext uri="{FF2B5EF4-FFF2-40B4-BE49-F238E27FC236}">
                  <a16:creationId xmlns:a16="http://schemas.microsoft.com/office/drawing/2014/main" id="{C69CB187-10BB-0D9E-5527-146022E46A61}"/>
                </a:ext>
              </a:extLst>
            </p:cNvPr>
            <p:cNvGrpSpPr/>
            <p:nvPr/>
          </p:nvGrpSpPr>
          <p:grpSpPr>
            <a:xfrm>
              <a:off x="154207" y="1967040"/>
              <a:ext cx="2268000" cy="5547437"/>
              <a:chOff x="154207" y="1967040"/>
              <a:chExt cx="2268000" cy="5547437"/>
            </a:xfrm>
          </p:grpSpPr>
          <p:sp>
            <p:nvSpPr>
              <p:cNvPr id="7" name="Rectángulo 6">
                <a:extLst>
                  <a:ext uri="{FF2B5EF4-FFF2-40B4-BE49-F238E27FC236}">
                    <a16:creationId xmlns:a16="http://schemas.microsoft.com/office/drawing/2014/main" id="{BDD8EB7E-6744-D640-82E7-5F05DDC7B75E}"/>
                  </a:ext>
                </a:extLst>
              </p:cNvPr>
              <p:cNvSpPr/>
              <p:nvPr/>
            </p:nvSpPr>
            <p:spPr>
              <a:xfrm>
                <a:off x="154207" y="1967040"/>
                <a:ext cx="2268000" cy="5547437"/>
              </a:xfrm>
              <a:prstGeom prst="rect">
                <a:avLst/>
              </a:prstGeom>
              <a:solidFill>
                <a:schemeClr val="bg1"/>
              </a:solidFill>
              <a:ln>
                <a:noFill/>
              </a:ln>
              <a:effectLst>
                <a:outerShdw blurRad="63500" dist="25400" dir="1620000" algn="tl" rotWithShape="0">
                  <a:prstClr val="black">
                    <a:alpha val="66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r>
                  <a:rPr lang="es-MX" sz="1400">
                    <a:solidFill>
                      <a:schemeClr val="tx1"/>
                    </a:solidFill>
                  </a:rPr>
                  <a:t>La empresa objeto de estudio es una compañía B2B que comercializa productos lácteos, entre ellos una categoría crítica de productos líquidos con vida útil corta. Debido a la naturaleza perecedera de estos productos, la sincronización entre la producción, el despacho y la demanda real es esencial para evitar pérdidas por vencimiento o por falta de disponibilidad en los puntos de distribución</a:t>
                </a:r>
                <a:endParaRPr lang="es-CO" sz="1400">
                  <a:solidFill>
                    <a:schemeClr val="tx1"/>
                  </a:solidFill>
                </a:endParaRPr>
              </a:p>
            </p:txBody>
          </p:sp>
          <p:sp>
            <p:nvSpPr>
              <p:cNvPr id="8" name="Rectángulo 7">
                <a:extLst>
                  <a:ext uri="{FF2B5EF4-FFF2-40B4-BE49-F238E27FC236}">
                    <a16:creationId xmlns:a16="http://schemas.microsoft.com/office/drawing/2014/main" id="{B1FBC1F5-4A24-444C-B6B0-C83C903B145C}"/>
                  </a:ext>
                </a:extLst>
              </p:cNvPr>
              <p:cNvSpPr/>
              <p:nvPr/>
            </p:nvSpPr>
            <p:spPr>
              <a:xfrm>
                <a:off x="154207" y="1967040"/>
                <a:ext cx="2268000" cy="689317"/>
              </a:xfrm>
              <a:prstGeom prst="rect">
                <a:avLst/>
              </a:prstGeom>
              <a:solidFill>
                <a:schemeClr val="tx2"/>
              </a:solidFill>
              <a:ln>
                <a:solidFill>
                  <a:srgbClr val="5454E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solidFill>
                    <a:srgbClr val="5454E9"/>
                  </a:solidFill>
                </a:endParaRPr>
              </a:p>
            </p:txBody>
          </p:sp>
        </p:grpSp>
        <p:sp>
          <p:nvSpPr>
            <p:cNvPr id="9" name="CuadroTexto 8">
              <a:extLst>
                <a:ext uri="{FF2B5EF4-FFF2-40B4-BE49-F238E27FC236}">
                  <a16:creationId xmlns:a16="http://schemas.microsoft.com/office/drawing/2014/main" id="{1576919E-A862-A045-9311-1E2E28F7E3BB}"/>
                </a:ext>
              </a:extLst>
            </p:cNvPr>
            <p:cNvSpPr txBox="1"/>
            <p:nvPr/>
          </p:nvSpPr>
          <p:spPr>
            <a:xfrm>
              <a:off x="178879" y="2117083"/>
              <a:ext cx="2230685" cy="335066"/>
            </a:xfrm>
            <a:prstGeom prst="rect">
              <a:avLst/>
            </a:prstGeom>
            <a:noFill/>
          </p:spPr>
          <p:txBody>
            <a:bodyPr wrap="square" lIns="72000" tIns="45720" rIns="72000" bIns="45720" rtlCol="0" anchor="t">
              <a:spAutoFit/>
            </a:bodyPr>
            <a:lstStyle/>
            <a:p>
              <a:pPr algn="ctr"/>
              <a:r>
                <a:rPr lang="es-CO" sz="1400" b="1">
                  <a:solidFill>
                    <a:schemeClr val="bg1"/>
                  </a:solidFill>
                  <a:latin typeface="Arial"/>
                  <a:ea typeface="ＭＳ Ｐゴシック"/>
                </a:rPr>
                <a:t>Análisis del Problema</a:t>
              </a:r>
            </a:p>
          </p:txBody>
        </p:sp>
      </p:grpSp>
      <p:grpSp>
        <p:nvGrpSpPr>
          <p:cNvPr id="15" name="Grupo 14">
            <a:extLst>
              <a:ext uri="{FF2B5EF4-FFF2-40B4-BE49-F238E27FC236}">
                <a16:creationId xmlns:a16="http://schemas.microsoft.com/office/drawing/2014/main" id="{6622E13A-0219-07B7-E9D2-040C2B9EEF2C}"/>
              </a:ext>
            </a:extLst>
          </p:cNvPr>
          <p:cNvGrpSpPr/>
          <p:nvPr/>
        </p:nvGrpSpPr>
        <p:grpSpPr>
          <a:xfrm>
            <a:off x="2556881" y="1624918"/>
            <a:ext cx="2279766" cy="4281898"/>
            <a:chOff x="2563773" y="1948993"/>
            <a:chExt cx="2279766" cy="4075095"/>
          </a:xfrm>
        </p:grpSpPr>
        <p:sp>
          <p:nvSpPr>
            <p:cNvPr id="17" name="Rectángulo 16">
              <a:extLst>
                <a:ext uri="{FF2B5EF4-FFF2-40B4-BE49-F238E27FC236}">
                  <a16:creationId xmlns:a16="http://schemas.microsoft.com/office/drawing/2014/main" id="{E8796736-805C-454C-B016-90CE507C8BB5}"/>
                </a:ext>
              </a:extLst>
            </p:cNvPr>
            <p:cNvSpPr/>
            <p:nvPr/>
          </p:nvSpPr>
          <p:spPr>
            <a:xfrm>
              <a:off x="2566630" y="2598969"/>
              <a:ext cx="2268000" cy="3425119"/>
            </a:xfrm>
            <a:prstGeom prst="rect">
              <a:avLst/>
            </a:prstGeom>
            <a:solidFill>
              <a:schemeClr val="bg1"/>
            </a:solidFill>
            <a:ln>
              <a:noFill/>
            </a:ln>
            <a:effectLst>
              <a:outerShdw blurRad="63500" dist="25400" dir="1620000" algn="tl" rotWithShape="0">
                <a:prstClr val="black">
                  <a:alpha val="66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just"/>
              <a:r>
                <a:rPr lang="es-MX" sz="1400">
                  <a:solidFill>
                    <a:schemeClr val="tx1"/>
                  </a:solidFill>
                </a:rPr>
                <a:t>Actualmente, la empresa enfrenta dificultades para predecir la demanda real de los productos líquidos, lo cual genera:</a:t>
              </a:r>
            </a:p>
            <a:p>
              <a:endParaRPr lang="es-MX" sz="1400">
                <a:solidFill>
                  <a:schemeClr val="tx1"/>
                </a:solidFill>
              </a:endParaRPr>
            </a:p>
            <a:p>
              <a:pPr marL="179388" indent="-179388">
                <a:buFont typeface="Arial" panose="020B0604020202020204" pitchFamily="34" charset="0"/>
                <a:buChar char="•"/>
              </a:pPr>
              <a:r>
                <a:rPr lang="es-MX" sz="1400">
                  <a:solidFill>
                    <a:schemeClr val="tx1"/>
                  </a:solidFill>
                </a:rPr>
                <a:t>Exceso de inventario y deterioro de producto.</a:t>
              </a:r>
            </a:p>
            <a:p>
              <a:pPr marL="179388" indent="-179388">
                <a:buFont typeface="Arial" panose="020B0604020202020204" pitchFamily="34" charset="0"/>
                <a:buChar char="•"/>
              </a:pPr>
              <a:r>
                <a:rPr lang="es-MX" sz="1400">
                  <a:solidFill>
                    <a:schemeClr val="tx1"/>
                  </a:solidFill>
                </a:rPr>
                <a:t>Faltantes en puntos de venta que derivan en venta perdida.</a:t>
              </a:r>
            </a:p>
            <a:p>
              <a:pPr marL="179388" indent="-179388">
                <a:buFont typeface="Arial" panose="020B0604020202020204" pitchFamily="34" charset="0"/>
                <a:buChar char="•"/>
              </a:pPr>
              <a:r>
                <a:rPr lang="es-MX" sz="1400">
                  <a:solidFill>
                    <a:schemeClr val="tx1"/>
                  </a:solidFill>
                </a:rPr>
                <a:t>Ineficiencia en la logística de abastecimiento y distribución.</a:t>
              </a:r>
            </a:p>
            <a:p>
              <a:pPr marL="179388" indent="-179388">
                <a:buFont typeface="Arial" panose="020B0604020202020204" pitchFamily="34" charset="0"/>
                <a:buChar char="•"/>
              </a:pPr>
              <a:endParaRPr lang="es-CO" sz="1200">
                <a:solidFill>
                  <a:schemeClr val="tx1"/>
                </a:solidFill>
              </a:endParaRPr>
            </a:p>
          </p:txBody>
        </p:sp>
        <p:sp>
          <p:nvSpPr>
            <p:cNvPr id="20" name="Rectángulo 19">
              <a:extLst>
                <a:ext uri="{FF2B5EF4-FFF2-40B4-BE49-F238E27FC236}">
                  <a16:creationId xmlns:a16="http://schemas.microsoft.com/office/drawing/2014/main" id="{521DF22F-7178-7D45-B8B3-A7E235136010}"/>
                </a:ext>
              </a:extLst>
            </p:cNvPr>
            <p:cNvSpPr/>
            <p:nvPr/>
          </p:nvSpPr>
          <p:spPr>
            <a:xfrm>
              <a:off x="2563773" y="1948993"/>
              <a:ext cx="2279766" cy="616465"/>
            </a:xfrm>
            <a:prstGeom prst="rect">
              <a:avLst/>
            </a:prstGeom>
            <a:solidFill>
              <a:schemeClr val="accent2"/>
            </a:solidFill>
            <a:ln>
              <a:solidFill>
                <a:srgbClr val="E4EB6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solidFill>
                  <a:srgbClr val="5454E9"/>
                </a:solidFill>
              </a:endParaRPr>
            </a:p>
          </p:txBody>
        </p:sp>
        <p:sp>
          <p:nvSpPr>
            <p:cNvPr id="21" name="CuadroTexto 20">
              <a:extLst>
                <a:ext uri="{FF2B5EF4-FFF2-40B4-BE49-F238E27FC236}">
                  <a16:creationId xmlns:a16="http://schemas.microsoft.com/office/drawing/2014/main" id="{7D569331-DC35-F24D-B0F9-CC987DBA4B37}"/>
                </a:ext>
              </a:extLst>
            </p:cNvPr>
            <p:cNvSpPr txBox="1"/>
            <p:nvPr/>
          </p:nvSpPr>
          <p:spPr>
            <a:xfrm>
              <a:off x="2684592" y="2072952"/>
              <a:ext cx="2025630" cy="335066"/>
            </a:xfrm>
            <a:prstGeom prst="rect">
              <a:avLst/>
            </a:prstGeom>
            <a:noFill/>
          </p:spPr>
          <p:txBody>
            <a:bodyPr wrap="square" lIns="72000" rIns="72000" rtlCol="0">
              <a:spAutoFit/>
            </a:bodyPr>
            <a:lstStyle/>
            <a:p>
              <a:pPr algn="ctr"/>
              <a:r>
                <a:rPr lang="es-CO" sz="1400" b="1"/>
                <a:t>Problema Principal</a:t>
              </a:r>
            </a:p>
          </p:txBody>
        </p:sp>
      </p:grpSp>
      <p:grpSp>
        <p:nvGrpSpPr>
          <p:cNvPr id="14" name="Grupo 13">
            <a:extLst>
              <a:ext uri="{FF2B5EF4-FFF2-40B4-BE49-F238E27FC236}">
                <a16:creationId xmlns:a16="http://schemas.microsoft.com/office/drawing/2014/main" id="{3A731889-F520-57FE-9435-F906D305BDD2}"/>
              </a:ext>
            </a:extLst>
          </p:cNvPr>
          <p:cNvGrpSpPr/>
          <p:nvPr/>
        </p:nvGrpSpPr>
        <p:grpSpPr>
          <a:xfrm>
            <a:off x="4962412" y="1639491"/>
            <a:ext cx="2271589" cy="4267324"/>
            <a:chOff x="4999270" y="1969506"/>
            <a:chExt cx="2271589" cy="3896350"/>
          </a:xfrm>
        </p:grpSpPr>
        <p:sp>
          <p:nvSpPr>
            <p:cNvPr id="18" name="Rectángulo 17">
              <a:extLst>
                <a:ext uri="{FF2B5EF4-FFF2-40B4-BE49-F238E27FC236}">
                  <a16:creationId xmlns:a16="http://schemas.microsoft.com/office/drawing/2014/main" id="{38364F9B-3DF0-3D41-AFA7-721EF14062C7}"/>
                </a:ext>
              </a:extLst>
            </p:cNvPr>
            <p:cNvSpPr/>
            <p:nvPr/>
          </p:nvSpPr>
          <p:spPr>
            <a:xfrm>
              <a:off x="5002859" y="1969506"/>
              <a:ext cx="2268000" cy="3896350"/>
            </a:xfrm>
            <a:prstGeom prst="rect">
              <a:avLst/>
            </a:prstGeom>
            <a:solidFill>
              <a:schemeClr val="bg1"/>
            </a:solidFill>
            <a:ln>
              <a:noFill/>
            </a:ln>
            <a:effectLst>
              <a:outerShdw blurRad="63500" dist="25400" dir="1620000" algn="tl" rotWithShape="0">
                <a:prstClr val="black">
                  <a:alpha val="66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gn="just">
                <a:buFont typeface="Arial" panose="020B0604020202020204" pitchFamily="34" charset="0"/>
                <a:buChar char="•"/>
              </a:pPr>
              <a:r>
                <a:rPr lang="es-MX" sz="1400">
                  <a:solidFill>
                    <a:schemeClr val="tx1"/>
                  </a:solidFill>
                </a:rPr>
                <a:t>Desarrollar un modelo predictivo de demanda que permita superar el 65% de asertividad semanal en la categoría de productos líquidos, utilizando técnicas de Machine </a:t>
              </a:r>
              <a:r>
                <a:rPr lang="es-MX" sz="1400" err="1">
                  <a:solidFill>
                    <a:schemeClr val="tx1"/>
                  </a:solidFill>
                </a:rPr>
                <a:t>Learning</a:t>
              </a:r>
              <a:r>
                <a:rPr lang="es-MX" sz="1400">
                  <a:solidFill>
                    <a:schemeClr val="tx1"/>
                  </a:solidFill>
                </a:rPr>
                <a:t> y series de tiempo en un horizonte de 6 meses.</a:t>
              </a:r>
              <a:endParaRPr lang="es-CO" sz="1400">
                <a:solidFill>
                  <a:schemeClr val="tx1"/>
                </a:solidFill>
              </a:endParaRPr>
            </a:p>
          </p:txBody>
        </p:sp>
        <p:sp>
          <p:nvSpPr>
            <p:cNvPr id="23" name="Rectángulo 22">
              <a:extLst>
                <a:ext uri="{FF2B5EF4-FFF2-40B4-BE49-F238E27FC236}">
                  <a16:creationId xmlns:a16="http://schemas.microsoft.com/office/drawing/2014/main" id="{40598FB6-C1FA-7249-964B-4A471A49C6B6}"/>
                </a:ext>
              </a:extLst>
            </p:cNvPr>
            <p:cNvSpPr/>
            <p:nvPr/>
          </p:nvSpPr>
          <p:spPr>
            <a:xfrm>
              <a:off x="4999270" y="1969507"/>
              <a:ext cx="2268000" cy="591437"/>
            </a:xfrm>
            <a:prstGeom prst="rect">
              <a:avLst/>
            </a:prstGeom>
            <a:solidFill>
              <a:schemeClr val="accent3"/>
            </a:solidFill>
            <a:ln>
              <a:solidFill>
                <a:srgbClr val="E9683B"/>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solidFill>
                  <a:srgbClr val="5454E9"/>
                </a:solidFill>
              </a:endParaRPr>
            </a:p>
          </p:txBody>
        </p:sp>
        <p:sp>
          <p:nvSpPr>
            <p:cNvPr id="24" name="CuadroTexto 23">
              <a:extLst>
                <a:ext uri="{FF2B5EF4-FFF2-40B4-BE49-F238E27FC236}">
                  <a16:creationId xmlns:a16="http://schemas.microsoft.com/office/drawing/2014/main" id="{3CC77C79-947F-184D-A0CA-DFB439C40C43}"/>
                </a:ext>
              </a:extLst>
            </p:cNvPr>
            <p:cNvSpPr txBox="1"/>
            <p:nvPr/>
          </p:nvSpPr>
          <p:spPr>
            <a:xfrm>
              <a:off x="5001975" y="2101674"/>
              <a:ext cx="2268000" cy="335066"/>
            </a:xfrm>
            <a:prstGeom prst="rect">
              <a:avLst/>
            </a:prstGeom>
            <a:noFill/>
          </p:spPr>
          <p:txBody>
            <a:bodyPr wrap="square" lIns="0" tIns="45720" rIns="0" bIns="45720" rtlCol="0" anchor="t">
              <a:spAutoFit/>
            </a:bodyPr>
            <a:lstStyle/>
            <a:p>
              <a:pPr algn="ctr"/>
              <a:r>
                <a:rPr lang="es-CO" sz="1400" b="1">
                  <a:solidFill>
                    <a:schemeClr val="bg1"/>
                  </a:solidFill>
                  <a:latin typeface="Arial"/>
                  <a:ea typeface="ＭＳ Ｐゴシック"/>
                </a:rPr>
                <a:t>Objetivo General</a:t>
              </a:r>
              <a:endParaRPr lang="es-CO" sz="1800" b="1">
                <a:solidFill>
                  <a:schemeClr val="bg1"/>
                </a:solidFill>
                <a:latin typeface="Arial"/>
                <a:ea typeface="ＭＳ Ｐゴシック"/>
              </a:endParaRPr>
            </a:p>
          </p:txBody>
        </p:sp>
      </p:grpSp>
      <p:grpSp>
        <p:nvGrpSpPr>
          <p:cNvPr id="13" name="Grupo 12">
            <a:extLst>
              <a:ext uri="{FF2B5EF4-FFF2-40B4-BE49-F238E27FC236}">
                <a16:creationId xmlns:a16="http://schemas.microsoft.com/office/drawing/2014/main" id="{220ED2CB-F76B-20BD-6172-80BC0C02B9BF}"/>
              </a:ext>
            </a:extLst>
          </p:cNvPr>
          <p:cNvGrpSpPr/>
          <p:nvPr/>
        </p:nvGrpSpPr>
        <p:grpSpPr>
          <a:xfrm>
            <a:off x="7368675" y="1639492"/>
            <a:ext cx="2275912" cy="5095631"/>
            <a:chOff x="7439088" y="1985991"/>
            <a:chExt cx="2275912" cy="5547436"/>
          </a:xfrm>
        </p:grpSpPr>
        <p:sp>
          <p:nvSpPr>
            <p:cNvPr id="28" name="Rectángulo 27">
              <a:extLst>
                <a:ext uri="{FF2B5EF4-FFF2-40B4-BE49-F238E27FC236}">
                  <a16:creationId xmlns:a16="http://schemas.microsoft.com/office/drawing/2014/main" id="{CAE1C9A6-AF46-2647-8629-A655147BCE56}"/>
                </a:ext>
              </a:extLst>
            </p:cNvPr>
            <p:cNvSpPr/>
            <p:nvPr/>
          </p:nvSpPr>
          <p:spPr>
            <a:xfrm>
              <a:off x="7447000" y="1985992"/>
              <a:ext cx="2268000" cy="5547435"/>
            </a:xfrm>
            <a:prstGeom prst="rect">
              <a:avLst/>
            </a:prstGeom>
            <a:solidFill>
              <a:schemeClr val="bg1"/>
            </a:solidFill>
            <a:ln>
              <a:noFill/>
            </a:ln>
            <a:effectLst>
              <a:outerShdw blurRad="63500" dist="25400" dir="1620000" algn="tl" rotWithShape="0">
                <a:prstClr val="black">
                  <a:alpha val="6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91440" tIns="45720" rIns="91440" bIns="45720" rtlCol="0" anchor="ctr"/>
            <a:lstStyle/>
            <a:p>
              <a:pPr marL="179070" indent="-179070">
                <a:buFont typeface="Arial" panose="020B0604020202020204" pitchFamily="34" charset="0"/>
                <a:buChar char="•"/>
              </a:pPr>
              <a:endParaRPr lang="es-MX" sz="1400">
                <a:solidFill>
                  <a:schemeClr val="tx1"/>
                </a:solidFill>
              </a:endParaRPr>
            </a:p>
            <a:p>
              <a:pPr marL="179070" indent="-179070">
                <a:buFont typeface="Arial" panose="020B0604020202020204" pitchFamily="34" charset="0"/>
                <a:buChar char="•"/>
              </a:pPr>
              <a:r>
                <a:rPr lang="es-MX" sz="1400">
                  <a:solidFill>
                    <a:schemeClr val="tx1"/>
                  </a:solidFill>
                </a:rPr>
                <a:t>Analizar patrones históricos de pedidos y envíos.</a:t>
              </a:r>
              <a:endParaRPr lang="en-US">
                <a:solidFill>
                  <a:schemeClr val="tx1"/>
                </a:solidFill>
                <a:cs typeface="Arial"/>
              </a:endParaRPr>
            </a:p>
            <a:p>
              <a:pPr marL="179070" indent="-179070" algn="just">
                <a:buFont typeface="Arial" panose="020B0604020202020204" pitchFamily="34" charset="0"/>
                <a:buChar char="•"/>
              </a:pPr>
              <a:r>
                <a:rPr lang="es-MX" sz="1400">
                  <a:solidFill>
                    <a:schemeClr val="tx1"/>
                  </a:solidFill>
                </a:rPr>
                <a:t>Incorporar variables externas que impactan la demanda (festivos, quincenas, etc.).</a:t>
              </a:r>
              <a:endParaRPr lang="es-MX" sz="1400">
                <a:solidFill>
                  <a:schemeClr val="tx1"/>
                </a:solidFill>
                <a:cs typeface="Arial"/>
              </a:endParaRPr>
            </a:p>
            <a:p>
              <a:pPr marL="179070" indent="-179070">
                <a:buFont typeface="Arial" panose="020B0604020202020204" pitchFamily="34" charset="0"/>
                <a:buChar char="•"/>
              </a:pPr>
              <a:r>
                <a:rPr lang="es-MX" sz="1400">
                  <a:solidFill>
                    <a:schemeClr val="tx1"/>
                  </a:solidFill>
                </a:rPr>
                <a:t>Evaluar modelos de predicción tradicionales y de aprendizaje automático para 26 SKU que componen todo el portafolio de la categoría líquidos. </a:t>
              </a:r>
              <a:endParaRPr lang="es-MX" sz="1400">
                <a:solidFill>
                  <a:schemeClr val="tx1"/>
                </a:solidFill>
                <a:cs typeface="Arial"/>
              </a:endParaRPr>
            </a:p>
            <a:p>
              <a:pPr marL="179070" indent="-179070">
                <a:buFont typeface="Arial" panose="020B0604020202020204" pitchFamily="34" charset="0"/>
                <a:buChar char="•"/>
              </a:pPr>
              <a:r>
                <a:rPr lang="es-MX" sz="1400">
                  <a:solidFill>
                    <a:schemeClr val="tx1"/>
                  </a:solidFill>
                </a:rPr>
                <a:t>Automatizar la generación de pronósticos semanales.</a:t>
              </a:r>
              <a:endParaRPr lang="es-MX" sz="1400">
                <a:solidFill>
                  <a:schemeClr val="tx1"/>
                </a:solidFill>
                <a:cs typeface="Arial"/>
              </a:endParaRPr>
            </a:p>
            <a:p>
              <a:pPr marL="179070" indent="-179070">
                <a:buFont typeface="Arial" panose="020B0604020202020204" pitchFamily="34" charset="0"/>
                <a:buChar char="•"/>
              </a:pPr>
              <a:endParaRPr lang="es-CO" sz="1400">
                <a:solidFill>
                  <a:schemeClr val="tx1"/>
                </a:solidFill>
                <a:cs typeface="Arial" panose="020B0604020202020204"/>
              </a:endParaRPr>
            </a:p>
          </p:txBody>
        </p:sp>
        <p:sp>
          <p:nvSpPr>
            <p:cNvPr id="26" name="Rectángulo 25">
              <a:extLst>
                <a:ext uri="{FF2B5EF4-FFF2-40B4-BE49-F238E27FC236}">
                  <a16:creationId xmlns:a16="http://schemas.microsoft.com/office/drawing/2014/main" id="{8C26D94F-7949-664D-BE7D-DBC3C22CC016}"/>
                </a:ext>
              </a:extLst>
            </p:cNvPr>
            <p:cNvSpPr/>
            <p:nvPr/>
          </p:nvSpPr>
          <p:spPr>
            <a:xfrm>
              <a:off x="7439088" y="1985991"/>
              <a:ext cx="2268000" cy="689317"/>
            </a:xfrm>
            <a:prstGeom prst="rect">
              <a:avLst/>
            </a:prstGeom>
            <a:solidFill>
              <a:schemeClr val="accent1"/>
            </a:solidFill>
            <a:ln>
              <a:solidFill>
                <a:srgbClr val="4CBA7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solidFill>
                  <a:srgbClr val="5454E9"/>
                </a:solidFill>
              </a:endParaRPr>
            </a:p>
          </p:txBody>
        </p:sp>
        <p:sp>
          <p:nvSpPr>
            <p:cNvPr id="27" name="CuadroTexto 26">
              <a:extLst>
                <a:ext uri="{FF2B5EF4-FFF2-40B4-BE49-F238E27FC236}">
                  <a16:creationId xmlns:a16="http://schemas.microsoft.com/office/drawing/2014/main" id="{A0BE73FE-0974-C24C-9778-D01D05FE46F1}"/>
                </a:ext>
              </a:extLst>
            </p:cNvPr>
            <p:cNvSpPr txBox="1"/>
            <p:nvPr/>
          </p:nvSpPr>
          <p:spPr>
            <a:xfrm>
              <a:off x="7502825" y="2175530"/>
              <a:ext cx="2156350" cy="335066"/>
            </a:xfrm>
            <a:prstGeom prst="rect">
              <a:avLst/>
            </a:prstGeom>
            <a:noFill/>
          </p:spPr>
          <p:txBody>
            <a:bodyPr wrap="square" lIns="36000" rIns="36000" rtlCol="0">
              <a:spAutoFit/>
            </a:bodyPr>
            <a:lstStyle/>
            <a:p>
              <a:pPr algn="ctr"/>
              <a:r>
                <a:rPr lang="es-CO" sz="1400" b="1">
                  <a:solidFill>
                    <a:schemeClr val="bg1"/>
                  </a:solidFill>
                </a:rPr>
                <a:t>Objetivos Específicos</a:t>
              </a:r>
              <a:endParaRPr lang="es-CO" sz="1800" b="1">
                <a:solidFill>
                  <a:schemeClr val="bg1"/>
                </a:solidFill>
              </a:endParaRPr>
            </a:p>
          </p:txBody>
        </p:sp>
      </p:grpSp>
      <p:grpSp>
        <p:nvGrpSpPr>
          <p:cNvPr id="12" name="Grupo 11">
            <a:extLst>
              <a:ext uri="{FF2B5EF4-FFF2-40B4-BE49-F238E27FC236}">
                <a16:creationId xmlns:a16="http://schemas.microsoft.com/office/drawing/2014/main" id="{133ACC51-7730-2775-CD88-C738F4C5EE20}"/>
              </a:ext>
            </a:extLst>
          </p:cNvPr>
          <p:cNvGrpSpPr/>
          <p:nvPr/>
        </p:nvGrpSpPr>
        <p:grpSpPr>
          <a:xfrm>
            <a:off x="9779259" y="1639492"/>
            <a:ext cx="2292956" cy="3724361"/>
            <a:chOff x="9779259" y="1985991"/>
            <a:chExt cx="2292956" cy="4054582"/>
          </a:xfrm>
        </p:grpSpPr>
        <p:sp>
          <p:nvSpPr>
            <p:cNvPr id="6" name="Rectángulo 5">
              <a:extLst>
                <a:ext uri="{FF2B5EF4-FFF2-40B4-BE49-F238E27FC236}">
                  <a16:creationId xmlns:a16="http://schemas.microsoft.com/office/drawing/2014/main" id="{B345A975-A489-5F52-256F-0E67428F363C}"/>
                </a:ext>
              </a:extLst>
            </p:cNvPr>
            <p:cNvSpPr/>
            <p:nvPr/>
          </p:nvSpPr>
          <p:spPr>
            <a:xfrm>
              <a:off x="9779259" y="1985991"/>
              <a:ext cx="2268000" cy="4054582"/>
            </a:xfrm>
            <a:prstGeom prst="rect">
              <a:avLst/>
            </a:prstGeom>
            <a:solidFill>
              <a:schemeClr val="bg1"/>
            </a:solidFill>
            <a:ln>
              <a:noFill/>
            </a:ln>
            <a:effectLst>
              <a:outerShdw blurRad="63500" dist="25400" dir="1620000" algn="tl" rotWithShape="0">
                <a:prstClr val="black">
                  <a:alpha val="66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buFont typeface="Arial" panose="020B0604020202020204" pitchFamily="34" charset="0"/>
                <a:buChar char="•"/>
              </a:pPr>
              <a:r>
                <a:rPr lang="es-MX" sz="1400">
                  <a:solidFill>
                    <a:schemeClr val="tx1"/>
                  </a:solidFill>
                </a:rPr>
                <a:t>¿Es posible superar el 65% de asertividad semanal del </a:t>
              </a:r>
              <a:r>
                <a:rPr lang="es-MX" sz="1400" err="1">
                  <a:solidFill>
                    <a:schemeClr val="tx1"/>
                  </a:solidFill>
                </a:rPr>
                <a:t>forecast</a:t>
              </a:r>
              <a:r>
                <a:rPr lang="es-MX" sz="1400">
                  <a:solidFill>
                    <a:schemeClr val="tx1"/>
                  </a:solidFill>
                </a:rPr>
                <a:t> en la categoría de líquidos en 6 meses aplicando modelos de series de tiempo y/o machine </a:t>
              </a:r>
              <a:r>
                <a:rPr lang="es-MX" sz="1400" err="1">
                  <a:solidFill>
                    <a:schemeClr val="tx1"/>
                  </a:solidFill>
                </a:rPr>
                <a:t>learning</a:t>
              </a:r>
              <a:r>
                <a:rPr lang="es-MX" sz="1400">
                  <a:solidFill>
                    <a:schemeClr val="tx1"/>
                  </a:solidFill>
                </a:rPr>
                <a:t> para modelar patrones de compra del cliente?</a:t>
              </a:r>
              <a:endParaRPr lang="es-CO" sz="1400">
                <a:solidFill>
                  <a:schemeClr val="tx1"/>
                </a:solidFill>
              </a:endParaRPr>
            </a:p>
          </p:txBody>
        </p:sp>
        <p:sp>
          <p:nvSpPr>
            <p:cNvPr id="10" name="Rectángulo 9">
              <a:extLst>
                <a:ext uri="{FF2B5EF4-FFF2-40B4-BE49-F238E27FC236}">
                  <a16:creationId xmlns:a16="http://schemas.microsoft.com/office/drawing/2014/main" id="{0E934FD2-10E9-ED5F-151B-4D1E23503689}"/>
                </a:ext>
              </a:extLst>
            </p:cNvPr>
            <p:cNvSpPr/>
            <p:nvPr/>
          </p:nvSpPr>
          <p:spPr>
            <a:xfrm>
              <a:off x="9779259" y="1985991"/>
              <a:ext cx="2268000" cy="689317"/>
            </a:xfrm>
            <a:prstGeom prst="rect">
              <a:avLst/>
            </a:prstGeom>
            <a:solidFill>
              <a:schemeClr val="bg2"/>
            </a:solidFill>
            <a:ln>
              <a:solidFill>
                <a:srgbClr val="5454E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s-CO">
                <a:solidFill>
                  <a:srgbClr val="5454E9"/>
                </a:solidFill>
              </a:endParaRPr>
            </a:p>
          </p:txBody>
        </p:sp>
        <p:sp>
          <p:nvSpPr>
            <p:cNvPr id="11" name="CuadroTexto 10">
              <a:extLst>
                <a:ext uri="{FF2B5EF4-FFF2-40B4-BE49-F238E27FC236}">
                  <a16:creationId xmlns:a16="http://schemas.microsoft.com/office/drawing/2014/main" id="{791A908F-4F5A-984D-A9A7-172BBB2F0F48}"/>
                </a:ext>
              </a:extLst>
            </p:cNvPr>
            <p:cNvSpPr txBox="1"/>
            <p:nvPr/>
          </p:nvSpPr>
          <p:spPr>
            <a:xfrm>
              <a:off x="9804215" y="2150393"/>
              <a:ext cx="2268000" cy="335066"/>
            </a:xfrm>
            <a:prstGeom prst="rect">
              <a:avLst/>
            </a:prstGeom>
            <a:noFill/>
          </p:spPr>
          <p:txBody>
            <a:bodyPr wrap="square" lIns="0" rIns="0" rtlCol="0">
              <a:spAutoFit/>
            </a:bodyPr>
            <a:lstStyle/>
            <a:p>
              <a:pPr algn="ctr"/>
              <a:r>
                <a:rPr lang="es-CO" sz="1400" b="1">
                  <a:solidFill>
                    <a:schemeClr val="bg1"/>
                  </a:solidFill>
                </a:rPr>
                <a:t>Pregunta SMART</a:t>
              </a:r>
            </a:p>
          </p:txBody>
        </p:sp>
      </p:grpSp>
    </p:spTree>
    <p:extLst>
      <p:ext uri="{BB962C8B-B14F-4D97-AF65-F5344CB8AC3E}">
        <p14:creationId xmlns:p14="http://schemas.microsoft.com/office/powerpoint/2010/main" val="25707115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82577E5-BE47-8A4A-A0AB-541EB4C087B4}"/>
              </a:ext>
            </a:extLst>
          </p:cNvPr>
          <p:cNvSpPr>
            <a:spLocks noGrp="1"/>
          </p:cNvSpPr>
          <p:nvPr>
            <p:ph type="title"/>
          </p:nvPr>
        </p:nvSpPr>
        <p:spPr/>
        <p:txBody>
          <a:bodyPr lIns="91440" tIns="45720" rIns="91440" bIns="45720" anchor="t"/>
          <a:lstStyle/>
          <a:p>
            <a:pPr algn="ctr"/>
            <a:r>
              <a:rPr lang="es-419" sz="2400" b="1">
                <a:cs typeface="Arial"/>
              </a:rPr>
              <a:t>ÁRBOL DEL PROBLEMA</a:t>
            </a:r>
            <a:endParaRPr lang="es-CO" sz="2400" b="1">
              <a:cs typeface="Arial"/>
            </a:endParaRPr>
          </a:p>
        </p:txBody>
      </p:sp>
      <p:sp>
        <p:nvSpPr>
          <p:cNvPr id="4" name="Marcador de fecha 3">
            <a:extLst>
              <a:ext uri="{FF2B5EF4-FFF2-40B4-BE49-F238E27FC236}">
                <a16:creationId xmlns:a16="http://schemas.microsoft.com/office/drawing/2014/main" id="{CEE47C64-2E42-2845-B52D-7716D8100CFA}"/>
              </a:ext>
            </a:extLst>
          </p:cNvPr>
          <p:cNvSpPr>
            <a:spLocks noGrp="1"/>
          </p:cNvSpPr>
          <p:nvPr>
            <p:ph type="dt" sz="half" idx="10"/>
          </p:nvPr>
        </p:nvSpPr>
        <p:spPr/>
        <p:txBody>
          <a:bodyPr/>
          <a:lstStyle/>
          <a:p>
            <a:fld id="{A466D45A-6C87-F94D-B105-2DA5D810D35A}" type="datetime1">
              <a:rPr lang="es-CO" smtClean="0"/>
              <a:t>25/06/2025</a:t>
            </a:fld>
            <a:endParaRPr lang="es-CO"/>
          </a:p>
        </p:txBody>
      </p:sp>
      <p:sp>
        <p:nvSpPr>
          <p:cNvPr id="5" name="Marcador de pie de página 4">
            <a:extLst>
              <a:ext uri="{FF2B5EF4-FFF2-40B4-BE49-F238E27FC236}">
                <a16:creationId xmlns:a16="http://schemas.microsoft.com/office/drawing/2014/main" id="{2253AB89-2C62-D34A-BD4F-08A4D8FF333F}"/>
              </a:ext>
            </a:extLst>
          </p:cNvPr>
          <p:cNvSpPr>
            <a:spLocks noGrp="1"/>
          </p:cNvSpPr>
          <p:nvPr>
            <p:ph type="ftr" sz="quarter" idx="11"/>
          </p:nvPr>
        </p:nvSpPr>
        <p:spPr/>
        <p:txBody>
          <a:bodyPr/>
          <a:lstStyle/>
          <a:p>
            <a:r>
              <a:rPr lang="es-MX">
                <a:latin typeface="Arial"/>
                <a:ea typeface="ＭＳ Ｐゴシック"/>
              </a:rPr>
              <a:t>3 </a:t>
            </a:r>
            <a:endParaRPr lang="es-CO">
              <a:latin typeface="Arial"/>
              <a:ea typeface="ＭＳ Ｐゴシック"/>
            </a:endParaRPr>
          </a:p>
        </p:txBody>
      </p:sp>
      <p:sp>
        <p:nvSpPr>
          <p:cNvPr id="6" name="Rectangle 1">
            <a:extLst>
              <a:ext uri="{FF2B5EF4-FFF2-40B4-BE49-F238E27FC236}">
                <a16:creationId xmlns:a16="http://schemas.microsoft.com/office/drawing/2014/main" id="{8BBB6FED-AC16-169F-AC7F-E96688013E9A}"/>
              </a:ext>
            </a:extLst>
          </p:cNvPr>
          <p:cNvSpPr>
            <a:spLocks noChangeArrowheads="1"/>
          </p:cNvSpPr>
          <p:nvPr/>
        </p:nvSpPr>
        <p:spPr bwMode="auto">
          <a:xfrm>
            <a:off x="0" y="0"/>
            <a:ext cx="12188825"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s-CO"/>
          </a:p>
        </p:txBody>
      </p:sp>
      <p:pic>
        <p:nvPicPr>
          <p:cNvPr id="1026" name="Picture 2" descr="Vectores de Productos Lacteos Liquidos - Descarga vectores gratis de gran  calidad de Freepik | Freepik">
            <a:extLst>
              <a:ext uri="{FF2B5EF4-FFF2-40B4-BE49-F238E27FC236}">
                <a16:creationId xmlns:a16="http://schemas.microsoft.com/office/drawing/2014/main" id="{9FEB0723-DE0F-0D3A-25C3-57350227E60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43143" y="970960"/>
            <a:ext cx="4312763" cy="4312763"/>
          </a:xfrm>
          <a:prstGeom prst="ellipse">
            <a:avLst/>
          </a:prstGeom>
          <a:ln>
            <a:noFill/>
          </a:ln>
          <a:effectLst>
            <a:softEdge rad="112500"/>
          </a:effectLst>
          <a:extLst>
            <a:ext uri="{909E8E84-426E-40DD-AFC4-6F175D3DCCD1}">
              <a14:hiddenFill xmlns:a14="http://schemas.microsoft.com/office/drawing/2010/main">
                <a:solidFill>
                  <a:srgbClr val="FFFFFF"/>
                </a:solidFill>
              </a14:hiddenFill>
            </a:ext>
          </a:extLst>
        </p:spPr>
      </p:pic>
      <p:pic>
        <p:nvPicPr>
          <p:cNvPr id="10" name="Imagen 9">
            <a:extLst>
              <a:ext uri="{FF2B5EF4-FFF2-40B4-BE49-F238E27FC236}">
                <a16:creationId xmlns:a16="http://schemas.microsoft.com/office/drawing/2014/main" id="{023F5737-FE56-C308-931B-09E63B875AEB}"/>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477902" y="2324623"/>
            <a:ext cx="2978453" cy="3840507"/>
          </a:xfrm>
          <a:prstGeom prst="rect">
            <a:avLst/>
          </a:prstGeom>
          <a:noFill/>
          <a:ln>
            <a:noFill/>
          </a:ln>
        </p:spPr>
      </p:pic>
    </p:spTree>
    <p:extLst>
      <p:ext uri="{BB962C8B-B14F-4D97-AF65-F5344CB8AC3E}">
        <p14:creationId xmlns:p14="http://schemas.microsoft.com/office/powerpoint/2010/main" val="4774852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73D3D8E5-354A-3649-EB51-1541D0669BCF}"/>
              </a:ext>
            </a:extLst>
          </p:cNvPr>
          <p:cNvSpPr>
            <a:spLocks noGrp="1"/>
          </p:cNvSpPr>
          <p:nvPr>
            <p:ph type="dt" sz="half" idx="10"/>
          </p:nvPr>
        </p:nvSpPr>
        <p:spPr/>
        <p:txBody>
          <a:bodyPr/>
          <a:lstStyle/>
          <a:p>
            <a:fld id="{160BC514-765A-2C41-8155-E95E2B676F6F}" type="datetime1">
              <a:rPr lang="es-CO" smtClean="0"/>
              <a:t>25/06/2025</a:t>
            </a:fld>
            <a:endParaRPr lang="es-CO"/>
          </a:p>
        </p:txBody>
      </p:sp>
      <p:sp>
        <p:nvSpPr>
          <p:cNvPr id="10" name="Título 9">
            <a:extLst>
              <a:ext uri="{FF2B5EF4-FFF2-40B4-BE49-F238E27FC236}">
                <a16:creationId xmlns:a16="http://schemas.microsoft.com/office/drawing/2014/main" id="{7EDBE1EC-8837-DB4B-A7F3-9C4A792B8309}"/>
              </a:ext>
            </a:extLst>
          </p:cNvPr>
          <p:cNvSpPr>
            <a:spLocks noGrp="1"/>
          </p:cNvSpPr>
          <p:nvPr>
            <p:ph type="title"/>
          </p:nvPr>
        </p:nvSpPr>
        <p:spPr>
          <a:xfrm>
            <a:off x="260048" y="348759"/>
            <a:ext cx="11371383" cy="647748"/>
          </a:xfrm>
        </p:spPr>
        <p:txBody>
          <a:bodyPr anchor="ctr"/>
          <a:lstStyle/>
          <a:p>
            <a:pPr algn="ctr"/>
            <a:r>
              <a:rPr lang="es-CO" b="1"/>
              <a:t>MÉTODOLOGIA</a:t>
            </a:r>
            <a:endParaRPr lang="es-CO"/>
          </a:p>
        </p:txBody>
      </p:sp>
      <p:graphicFrame>
        <p:nvGraphicFramePr>
          <p:cNvPr id="12" name="Diagrama 11">
            <a:extLst>
              <a:ext uri="{FF2B5EF4-FFF2-40B4-BE49-F238E27FC236}">
                <a16:creationId xmlns:a16="http://schemas.microsoft.com/office/drawing/2014/main" id="{D54661BA-A1A8-4C27-5F47-2330967E4E80}"/>
              </a:ext>
            </a:extLst>
          </p:cNvPr>
          <p:cNvGraphicFramePr/>
          <p:nvPr>
            <p:extLst>
              <p:ext uri="{D42A27DB-BD31-4B8C-83A1-F6EECF244321}">
                <p14:modId xmlns:p14="http://schemas.microsoft.com/office/powerpoint/2010/main" val="3912744271"/>
              </p:ext>
            </p:extLst>
          </p:nvPr>
        </p:nvGraphicFramePr>
        <p:xfrm>
          <a:off x="156128" y="866877"/>
          <a:ext cx="11876567" cy="541725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2228325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AACB03-0D81-B714-B109-28CCB488AA01}"/>
            </a:ext>
          </a:extLst>
        </p:cNvPr>
        <p:cNvGrpSpPr/>
        <p:nvPr/>
      </p:nvGrpSpPr>
      <p:grpSpPr>
        <a:xfrm>
          <a:off x="0" y="0"/>
          <a:ext cx="0" cy="0"/>
          <a:chOff x="0" y="0"/>
          <a:chExt cx="0" cy="0"/>
        </a:xfrm>
      </p:grpSpPr>
      <p:sp>
        <p:nvSpPr>
          <p:cNvPr id="2" name="Marcador de fecha 1">
            <a:extLst>
              <a:ext uri="{FF2B5EF4-FFF2-40B4-BE49-F238E27FC236}">
                <a16:creationId xmlns:a16="http://schemas.microsoft.com/office/drawing/2014/main" id="{712926DD-E8FD-8704-CD3E-2B9E6AE7388F}"/>
              </a:ext>
            </a:extLst>
          </p:cNvPr>
          <p:cNvSpPr>
            <a:spLocks noGrp="1"/>
          </p:cNvSpPr>
          <p:nvPr>
            <p:ph type="dt" sz="half" idx="10"/>
          </p:nvPr>
        </p:nvSpPr>
        <p:spPr/>
        <p:txBody>
          <a:bodyPr/>
          <a:lstStyle/>
          <a:p>
            <a:fld id="{160BC514-765A-2C41-8155-E95E2B676F6F}" type="datetime1">
              <a:rPr lang="es-CO" smtClean="0"/>
              <a:t>25/06/2025</a:t>
            </a:fld>
            <a:endParaRPr lang="es-CO"/>
          </a:p>
        </p:txBody>
      </p:sp>
      <p:sp>
        <p:nvSpPr>
          <p:cNvPr id="10" name="Título 9">
            <a:extLst>
              <a:ext uri="{FF2B5EF4-FFF2-40B4-BE49-F238E27FC236}">
                <a16:creationId xmlns:a16="http://schemas.microsoft.com/office/drawing/2014/main" id="{AB038B4E-F8EE-021D-7C72-044058C47598}"/>
              </a:ext>
            </a:extLst>
          </p:cNvPr>
          <p:cNvSpPr>
            <a:spLocks noGrp="1"/>
          </p:cNvSpPr>
          <p:nvPr>
            <p:ph type="title"/>
          </p:nvPr>
        </p:nvSpPr>
        <p:spPr>
          <a:xfrm>
            <a:off x="260048" y="348759"/>
            <a:ext cx="11371383" cy="647748"/>
          </a:xfrm>
        </p:spPr>
        <p:txBody>
          <a:bodyPr anchor="ctr"/>
          <a:lstStyle/>
          <a:p>
            <a:pPr algn="ctr"/>
            <a:r>
              <a:rPr lang="es-CO" b="1"/>
              <a:t>MODELOS Y PROTOCOLOS USADOS</a:t>
            </a:r>
            <a:endParaRPr lang="es-CO"/>
          </a:p>
        </p:txBody>
      </p:sp>
      <p:pic>
        <p:nvPicPr>
          <p:cNvPr id="9" name="Imagen 8">
            <a:extLst>
              <a:ext uri="{FF2B5EF4-FFF2-40B4-BE49-F238E27FC236}">
                <a16:creationId xmlns:a16="http://schemas.microsoft.com/office/drawing/2014/main" id="{14A2B94E-CF7D-472A-194D-86D6C721BB19}"/>
              </a:ext>
            </a:extLst>
          </p:cNvPr>
          <p:cNvPicPr>
            <a:picLocks noChangeAspect="1"/>
          </p:cNvPicPr>
          <p:nvPr/>
        </p:nvPicPr>
        <p:blipFill>
          <a:blip r:embed="rId2"/>
          <a:stretch>
            <a:fillRect/>
          </a:stretch>
        </p:blipFill>
        <p:spPr>
          <a:xfrm>
            <a:off x="1363285" y="1087550"/>
            <a:ext cx="9839325" cy="5305425"/>
          </a:xfrm>
          <a:prstGeom prst="rect">
            <a:avLst/>
          </a:prstGeom>
        </p:spPr>
      </p:pic>
    </p:spTree>
    <p:extLst>
      <p:ext uri="{BB962C8B-B14F-4D97-AF65-F5344CB8AC3E}">
        <p14:creationId xmlns:p14="http://schemas.microsoft.com/office/powerpoint/2010/main" val="25842596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051420-27CD-A8EB-A3AE-D84561FE6DA6}"/>
            </a:ext>
          </a:extLst>
        </p:cNvPr>
        <p:cNvGrpSpPr/>
        <p:nvPr/>
      </p:nvGrpSpPr>
      <p:grpSpPr>
        <a:xfrm>
          <a:off x="0" y="0"/>
          <a:ext cx="0" cy="0"/>
          <a:chOff x="0" y="0"/>
          <a:chExt cx="0" cy="0"/>
        </a:xfrm>
      </p:grpSpPr>
      <p:sp>
        <p:nvSpPr>
          <p:cNvPr id="2" name="Marcador de fecha 1">
            <a:extLst>
              <a:ext uri="{FF2B5EF4-FFF2-40B4-BE49-F238E27FC236}">
                <a16:creationId xmlns:a16="http://schemas.microsoft.com/office/drawing/2014/main" id="{3FD245C4-BD69-8DBB-E320-F48A6292F44F}"/>
              </a:ext>
            </a:extLst>
          </p:cNvPr>
          <p:cNvSpPr>
            <a:spLocks noGrp="1"/>
          </p:cNvSpPr>
          <p:nvPr>
            <p:ph type="dt" sz="half" idx="10"/>
          </p:nvPr>
        </p:nvSpPr>
        <p:spPr/>
        <p:txBody>
          <a:bodyPr/>
          <a:lstStyle/>
          <a:p>
            <a:fld id="{160BC514-765A-2C41-8155-E95E2B676F6F}" type="datetime1">
              <a:rPr lang="es-CO" smtClean="0"/>
              <a:t>25/06/2025</a:t>
            </a:fld>
            <a:endParaRPr lang="es-CO"/>
          </a:p>
        </p:txBody>
      </p:sp>
      <p:sp>
        <p:nvSpPr>
          <p:cNvPr id="10" name="Título 9">
            <a:extLst>
              <a:ext uri="{FF2B5EF4-FFF2-40B4-BE49-F238E27FC236}">
                <a16:creationId xmlns:a16="http://schemas.microsoft.com/office/drawing/2014/main" id="{4C76B9E9-EF15-B3F9-852C-EA0CA886D761}"/>
              </a:ext>
            </a:extLst>
          </p:cNvPr>
          <p:cNvSpPr>
            <a:spLocks noGrp="1"/>
          </p:cNvSpPr>
          <p:nvPr>
            <p:ph type="title"/>
          </p:nvPr>
        </p:nvSpPr>
        <p:spPr>
          <a:xfrm>
            <a:off x="260048" y="348759"/>
            <a:ext cx="11371383" cy="647748"/>
          </a:xfrm>
        </p:spPr>
        <p:txBody>
          <a:bodyPr anchor="ctr"/>
          <a:lstStyle/>
          <a:p>
            <a:pPr algn="ctr"/>
            <a:r>
              <a:rPr lang="es-CO" b="1"/>
              <a:t>MODELOS Y PROTOCOLOS USADOS</a:t>
            </a:r>
            <a:endParaRPr lang="es-CO"/>
          </a:p>
        </p:txBody>
      </p:sp>
      <p:pic>
        <p:nvPicPr>
          <p:cNvPr id="4" name="Picture 3">
            <a:extLst>
              <a:ext uri="{FF2B5EF4-FFF2-40B4-BE49-F238E27FC236}">
                <a16:creationId xmlns:a16="http://schemas.microsoft.com/office/drawing/2014/main" id="{2811DF57-AC01-C239-9A80-479F7ADA89B1}"/>
              </a:ext>
            </a:extLst>
          </p:cNvPr>
          <p:cNvPicPr>
            <a:picLocks noChangeAspect="1"/>
          </p:cNvPicPr>
          <p:nvPr/>
        </p:nvPicPr>
        <p:blipFill>
          <a:blip r:embed="rId2"/>
          <a:stretch>
            <a:fillRect/>
          </a:stretch>
        </p:blipFill>
        <p:spPr>
          <a:xfrm>
            <a:off x="105979" y="841321"/>
            <a:ext cx="11971220" cy="5606871"/>
          </a:xfrm>
          <a:prstGeom prst="rect">
            <a:avLst/>
          </a:prstGeom>
        </p:spPr>
      </p:pic>
    </p:spTree>
    <p:extLst>
      <p:ext uri="{BB962C8B-B14F-4D97-AF65-F5344CB8AC3E}">
        <p14:creationId xmlns:p14="http://schemas.microsoft.com/office/powerpoint/2010/main" val="34208257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F1A7C63E-FA8F-F61F-22FD-FEFCC25D7D97}"/>
              </a:ext>
            </a:extLst>
          </p:cNvPr>
          <p:cNvSpPr>
            <a:spLocks noGrp="1"/>
          </p:cNvSpPr>
          <p:nvPr>
            <p:ph type="dt" sz="half" idx="10"/>
          </p:nvPr>
        </p:nvSpPr>
        <p:spPr/>
        <p:txBody>
          <a:bodyPr/>
          <a:lstStyle/>
          <a:p>
            <a:fld id="{F73AFE69-43F1-4E09-B911-D59F5949CA9C}" type="datetime1">
              <a:rPr lang="es-CO" smtClean="0"/>
              <a:t>25/06/2025</a:t>
            </a:fld>
            <a:endParaRPr lang="es-CO"/>
          </a:p>
        </p:txBody>
      </p:sp>
      <p:sp>
        <p:nvSpPr>
          <p:cNvPr id="5" name="Título 4">
            <a:extLst>
              <a:ext uri="{FF2B5EF4-FFF2-40B4-BE49-F238E27FC236}">
                <a16:creationId xmlns:a16="http://schemas.microsoft.com/office/drawing/2014/main" id="{991FB1AE-24BA-CE56-C2D4-CDF55E482213}"/>
              </a:ext>
            </a:extLst>
          </p:cNvPr>
          <p:cNvSpPr>
            <a:spLocks noGrp="1"/>
          </p:cNvSpPr>
          <p:nvPr>
            <p:ph type="title"/>
          </p:nvPr>
        </p:nvSpPr>
        <p:spPr>
          <a:xfrm>
            <a:off x="219960" y="1161473"/>
            <a:ext cx="7052602" cy="578596"/>
          </a:xfrm>
        </p:spPr>
        <p:txBody>
          <a:bodyPr/>
          <a:lstStyle/>
          <a:p>
            <a:r>
              <a:rPr lang="es-CO"/>
              <a:t>RESULTADOS AGREADOS POR SEMANA SEGÚN PROTOCOLO</a:t>
            </a:r>
          </a:p>
        </p:txBody>
      </p:sp>
      <p:graphicFrame>
        <p:nvGraphicFramePr>
          <p:cNvPr id="6" name="Tabla 5">
            <a:extLst>
              <a:ext uri="{FF2B5EF4-FFF2-40B4-BE49-F238E27FC236}">
                <a16:creationId xmlns:a16="http://schemas.microsoft.com/office/drawing/2014/main" id="{6CBAC60A-285A-5641-4B2C-BDD92AE686E8}"/>
              </a:ext>
            </a:extLst>
          </p:cNvPr>
          <p:cNvGraphicFramePr>
            <a:graphicFrameLocks noGrp="1"/>
          </p:cNvGraphicFramePr>
          <p:nvPr>
            <p:extLst>
              <p:ext uri="{D42A27DB-BD31-4B8C-83A1-F6EECF244321}">
                <p14:modId xmlns:p14="http://schemas.microsoft.com/office/powerpoint/2010/main" val="1438993119"/>
              </p:ext>
            </p:extLst>
          </p:nvPr>
        </p:nvGraphicFramePr>
        <p:xfrm>
          <a:off x="1838227" y="3244224"/>
          <a:ext cx="9030878" cy="2080420"/>
        </p:xfrm>
        <a:graphic>
          <a:graphicData uri="http://schemas.openxmlformats.org/drawingml/2006/table">
            <a:tbl>
              <a:tblPr>
                <a:tableStyleId>{2D5ABB26-0587-4C30-8999-92F81FD0307C}</a:tableStyleId>
              </a:tblPr>
              <a:tblGrid>
                <a:gridCol w="2739308">
                  <a:extLst>
                    <a:ext uri="{9D8B030D-6E8A-4147-A177-3AD203B41FA5}">
                      <a16:colId xmlns:a16="http://schemas.microsoft.com/office/drawing/2014/main" val="899349612"/>
                    </a:ext>
                  </a:extLst>
                </a:gridCol>
                <a:gridCol w="1749622">
                  <a:extLst>
                    <a:ext uri="{9D8B030D-6E8A-4147-A177-3AD203B41FA5}">
                      <a16:colId xmlns:a16="http://schemas.microsoft.com/office/drawing/2014/main" val="890364311"/>
                    </a:ext>
                  </a:extLst>
                </a:gridCol>
                <a:gridCol w="1696603">
                  <a:extLst>
                    <a:ext uri="{9D8B030D-6E8A-4147-A177-3AD203B41FA5}">
                      <a16:colId xmlns:a16="http://schemas.microsoft.com/office/drawing/2014/main" val="2456459435"/>
                    </a:ext>
                  </a:extLst>
                </a:gridCol>
                <a:gridCol w="972012">
                  <a:extLst>
                    <a:ext uri="{9D8B030D-6E8A-4147-A177-3AD203B41FA5}">
                      <a16:colId xmlns:a16="http://schemas.microsoft.com/office/drawing/2014/main" val="1552636877"/>
                    </a:ext>
                  </a:extLst>
                </a:gridCol>
                <a:gridCol w="1042705">
                  <a:extLst>
                    <a:ext uri="{9D8B030D-6E8A-4147-A177-3AD203B41FA5}">
                      <a16:colId xmlns:a16="http://schemas.microsoft.com/office/drawing/2014/main" val="2102105856"/>
                    </a:ext>
                  </a:extLst>
                </a:gridCol>
                <a:gridCol w="830628">
                  <a:extLst>
                    <a:ext uri="{9D8B030D-6E8A-4147-A177-3AD203B41FA5}">
                      <a16:colId xmlns:a16="http://schemas.microsoft.com/office/drawing/2014/main" val="3057743268"/>
                    </a:ext>
                  </a:extLst>
                </a:gridCol>
              </a:tblGrid>
              <a:tr h="573535">
                <a:tc>
                  <a:txBody>
                    <a:bodyPr/>
                    <a:lstStyle/>
                    <a:p>
                      <a:pPr algn="ctr" fontAlgn="b"/>
                      <a:r>
                        <a:rPr lang="es-CO" sz="1800" b="1" u="none" strike="noStrike">
                          <a:solidFill>
                            <a:schemeClr val="bg1"/>
                          </a:solidFill>
                          <a:effectLst/>
                        </a:rPr>
                        <a:t>Producto</a:t>
                      </a:r>
                      <a:endParaRPr lang="es-CO" sz="1800" b="1" i="0" u="none" strike="noStrike">
                        <a:solidFill>
                          <a:schemeClr val="bg1"/>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solidFill>
                  </a:tcPr>
                </a:tc>
                <a:tc>
                  <a:txBody>
                    <a:bodyPr/>
                    <a:lstStyle/>
                    <a:p>
                      <a:pPr algn="ctr" fontAlgn="b"/>
                      <a:r>
                        <a:rPr lang="es-CO" sz="1800" b="1" u="none" strike="noStrike" err="1">
                          <a:solidFill>
                            <a:schemeClr val="bg1"/>
                          </a:solidFill>
                          <a:effectLst/>
                        </a:rPr>
                        <a:t>Forecast</a:t>
                      </a:r>
                      <a:r>
                        <a:rPr lang="es-CO" sz="1800" b="1" u="none" strike="noStrike">
                          <a:solidFill>
                            <a:schemeClr val="bg1"/>
                          </a:solidFill>
                          <a:effectLst/>
                        </a:rPr>
                        <a:t> (</a:t>
                      </a:r>
                      <a:r>
                        <a:rPr lang="es-CO" sz="1800" b="1" u="none" strike="noStrike" err="1">
                          <a:solidFill>
                            <a:schemeClr val="bg1"/>
                          </a:solidFill>
                          <a:effectLst/>
                        </a:rPr>
                        <a:t>Und</a:t>
                      </a:r>
                      <a:r>
                        <a:rPr lang="es-CO" sz="1800" b="1" u="none" strike="noStrike">
                          <a:solidFill>
                            <a:schemeClr val="bg1"/>
                          </a:solidFill>
                          <a:effectLst/>
                        </a:rPr>
                        <a:t>)</a:t>
                      </a:r>
                      <a:endParaRPr lang="es-CO" sz="1800" b="1" i="0" u="none" strike="noStrike">
                        <a:solidFill>
                          <a:schemeClr val="bg1"/>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solidFill>
                  </a:tcPr>
                </a:tc>
                <a:tc>
                  <a:txBody>
                    <a:bodyPr/>
                    <a:lstStyle/>
                    <a:p>
                      <a:pPr algn="ctr" fontAlgn="b"/>
                      <a:r>
                        <a:rPr lang="es-CO" sz="1800" b="1" u="none" strike="noStrike">
                          <a:solidFill>
                            <a:schemeClr val="bg1"/>
                          </a:solidFill>
                          <a:effectLst/>
                        </a:rPr>
                        <a:t>Pedidos (</a:t>
                      </a:r>
                      <a:r>
                        <a:rPr lang="es-CO" sz="1800" b="1" u="none" strike="noStrike" err="1">
                          <a:solidFill>
                            <a:schemeClr val="bg1"/>
                          </a:solidFill>
                          <a:effectLst/>
                        </a:rPr>
                        <a:t>Und</a:t>
                      </a:r>
                      <a:r>
                        <a:rPr lang="es-CO" sz="1800" b="1" u="none" strike="noStrike">
                          <a:solidFill>
                            <a:schemeClr val="bg1"/>
                          </a:solidFill>
                          <a:effectLst/>
                        </a:rPr>
                        <a:t>)</a:t>
                      </a:r>
                      <a:endParaRPr lang="es-CO" sz="1800" b="1" i="0" u="none" strike="noStrike">
                        <a:solidFill>
                          <a:schemeClr val="bg1"/>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solidFill>
                  </a:tcPr>
                </a:tc>
                <a:tc>
                  <a:txBody>
                    <a:bodyPr/>
                    <a:lstStyle/>
                    <a:p>
                      <a:pPr algn="ctr" fontAlgn="b"/>
                      <a:r>
                        <a:rPr lang="es-CO" sz="1800" b="1" u="none" strike="noStrike">
                          <a:solidFill>
                            <a:schemeClr val="bg1"/>
                          </a:solidFill>
                          <a:effectLst/>
                        </a:rPr>
                        <a:t>WMAPE</a:t>
                      </a:r>
                      <a:endParaRPr lang="es-CO" sz="1800" b="1" i="0" u="none" strike="noStrike">
                        <a:solidFill>
                          <a:schemeClr val="bg1"/>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solidFill>
                  </a:tcPr>
                </a:tc>
                <a:tc>
                  <a:txBody>
                    <a:bodyPr/>
                    <a:lstStyle/>
                    <a:p>
                      <a:pPr algn="ctr" fontAlgn="b"/>
                      <a:r>
                        <a:rPr lang="es-CO" sz="1800" b="1" u="none" strike="noStrike">
                          <a:solidFill>
                            <a:schemeClr val="bg1"/>
                          </a:solidFill>
                          <a:effectLst/>
                        </a:rPr>
                        <a:t>MAPE  %</a:t>
                      </a:r>
                      <a:endParaRPr lang="es-CO" sz="1800" b="1" i="0" u="none" strike="noStrike">
                        <a:solidFill>
                          <a:schemeClr val="bg1"/>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solidFill>
                  </a:tcPr>
                </a:tc>
                <a:tc>
                  <a:txBody>
                    <a:bodyPr/>
                    <a:lstStyle/>
                    <a:p>
                      <a:pPr algn="ctr" fontAlgn="b"/>
                      <a:r>
                        <a:rPr lang="es-CO" sz="1800" b="1" u="none" strike="noStrike" err="1">
                          <a:solidFill>
                            <a:schemeClr val="bg1"/>
                          </a:solidFill>
                          <a:effectLst/>
                        </a:rPr>
                        <a:t>Bias</a:t>
                      </a:r>
                      <a:r>
                        <a:rPr lang="es-CO" sz="1800" b="1" u="none" strike="noStrike">
                          <a:solidFill>
                            <a:schemeClr val="bg1"/>
                          </a:solidFill>
                          <a:effectLst/>
                        </a:rPr>
                        <a:t> %</a:t>
                      </a:r>
                      <a:endParaRPr lang="es-CO" sz="1800" b="1" i="0" u="none" strike="noStrike">
                        <a:solidFill>
                          <a:schemeClr val="bg1"/>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solidFill>
                  </a:tcPr>
                </a:tc>
                <a:extLst>
                  <a:ext uri="{0D108BD9-81ED-4DB2-BD59-A6C34878D82A}">
                    <a16:rowId xmlns:a16="http://schemas.microsoft.com/office/drawing/2014/main" val="3029892746"/>
                  </a:ext>
                </a:extLst>
              </a:tr>
              <a:tr h="396022">
                <a:tc>
                  <a:txBody>
                    <a:bodyPr/>
                    <a:lstStyle/>
                    <a:p>
                      <a:pPr algn="ctr" fontAlgn="b"/>
                      <a:r>
                        <a:rPr lang="es-CO" sz="1800" u="none" strike="noStrike">
                          <a:effectLst/>
                        </a:rPr>
                        <a:t>Regresores</a:t>
                      </a:r>
                      <a:endParaRPr lang="es-CO" sz="1800" b="1" i="0" u="none" strike="noStrike">
                        <a:solidFill>
                          <a:srgbClr val="000000"/>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s-CO" sz="1800" u="none" strike="noStrike">
                          <a:effectLst/>
                        </a:rPr>
                        <a:t>919,161</a:t>
                      </a:r>
                      <a:endParaRPr lang="es-CO" sz="1800" b="1" i="0" u="none" strike="noStrike">
                        <a:solidFill>
                          <a:srgbClr val="000000"/>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s-CO" sz="1800" u="none" strike="noStrike">
                          <a:effectLst/>
                        </a:rPr>
                        <a:t>915,461</a:t>
                      </a:r>
                      <a:endParaRPr lang="es-CO" sz="1800" b="1" i="0" u="none" strike="noStrike">
                        <a:solidFill>
                          <a:srgbClr val="000000"/>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s-CO" sz="1800" u="none" strike="noStrike">
                          <a:effectLst/>
                        </a:rPr>
                        <a:t>27%</a:t>
                      </a:r>
                      <a:endParaRPr lang="es-CO" sz="1800" b="1" i="0" u="none" strike="noStrike">
                        <a:solidFill>
                          <a:srgbClr val="000000"/>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s-CO" sz="1800" u="none" strike="noStrike">
                          <a:effectLst/>
                        </a:rPr>
                        <a:t>0%</a:t>
                      </a:r>
                      <a:endParaRPr lang="es-CO" sz="1800" b="1" i="0" u="none" strike="noStrike">
                        <a:solidFill>
                          <a:srgbClr val="000000"/>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s-CO" sz="1800" u="none" strike="noStrike">
                          <a:effectLst/>
                        </a:rPr>
                        <a:t>17%</a:t>
                      </a:r>
                      <a:endParaRPr lang="es-CO" sz="1800" b="1" i="0" u="none" strike="noStrike">
                        <a:solidFill>
                          <a:srgbClr val="000000"/>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22010316"/>
                  </a:ext>
                </a:extLst>
              </a:tr>
              <a:tr h="537328">
                <a:tc>
                  <a:txBody>
                    <a:bodyPr/>
                    <a:lstStyle/>
                    <a:p>
                      <a:pPr algn="ctr" fontAlgn="b"/>
                      <a:r>
                        <a:rPr lang="es-CO" sz="1800" u="none" strike="noStrike">
                          <a:effectLst/>
                        </a:rPr>
                        <a:t>Ventana Fija ST</a:t>
                      </a:r>
                      <a:endParaRPr lang="es-CO" sz="1800" b="1" i="0" u="none" strike="noStrike">
                        <a:solidFill>
                          <a:srgbClr val="000000"/>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s-CO" sz="1800" u="none" strike="noStrike">
                          <a:effectLst/>
                        </a:rPr>
                        <a:t>901,294</a:t>
                      </a:r>
                      <a:endParaRPr lang="es-CO" sz="1800" b="1" i="0" u="none" strike="noStrike">
                        <a:solidFill>
                          <a:srgbClr val="000000"/>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s-CO" sz="1800" u="none" strike="noStrike">
                          <a:effectLst/>
                        </a:rPr>
                        <a:t>915,461</a:t>
                      </a:r>
                      <a:endParaRPr lang="es-CO" sz="1800" b="1" i="0" u="none" strike="noStrike">
                        <a:solidFill>
                          <a:srgbClr val="000000"/>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s-CO" sz="1800" u="none" strike="noStrike">
                          <a:effectLst/>
                        </a:rPr>
                        <a:t>24%</a:t>
                      </a:r>
                      <a:endParaRPr lang="es-CO" sz="1800" b="1" i="0" u="none" strike="noStrike">
                        <a:solidFill>
                          <a:srgbClr val="000000"/>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s-CO" sz="1800" u="none" strike="noStrike">
                          <a:effectLst/>
                        </a:rPr>
                        <a:t>2%</a:t>
                      </a:r>
                      <a:endParaRPr lang="es-CO" sz="1800" b="1" i="0" u="none" strike="noStrike">
                        <a:solidFill>
                          <a:srgbClr val="000000"/>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s-CO" sz="1800" u="none" strike="noStrike">
                          <a:effectLst/>
                        </a:rPr>
                        <a:t>16%</a:t>
                      </a:r>
                      <a:endParaRPr lang="es-CO" sz="1800" b="1" i="0" u="none" strike="noStrike">
                        <a:solidFill>
                          <a:srgbClr val="000000"/>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234846373"/>
                  </a:ext>
                </a:extLst>
              </a:tr>
              <a:tr h="573535">
                <a:tc>
                  <a:txBody>
                    <a:bodyPr/>
                    <a:lstStyle/>
                    <a:p>
                      <a:pPr algn="ctr" fontAlgn="b"/>
                      <a:r>
                        <a:rPr lang="es-CO" sz="1800" u="none" strike="noStrike">
                          <a:effectLst/>
                        </a:rPr>
                        <a:t>Ventana Recursiva ST</a:t>
                      </a:r>
                      <a:endParaRPr lang="es-CO" sz="1800" b="1" i="0" u="none" strike="noStrike">
                        <a:solidFill>
                          <a:srgbClr val="000000"/>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s-CO" sz="1800" u="none" strike="noStrike">
                          <a:effectLst/>
                        </a:rPr>
                        <a:t>971,016</a:t>
                      </a:r>
                      <a:endParaRPr lang="es-CO" sz="1800" b="1" i="0" u="none" strike="noStrike">
                        <a:solidFill>
                          <a:srgbClr val="000000"/>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s-CO" sz="1800" u="none" strike="noStrike">
                          <a:effectLst/>
                        </a:rPr>
                        <a:t>915,461</a:t>
                      </a:r>
                      <a:endParaRPr lang="es-CO" sz="1800" b="1" i="0" u="none" strike="noStrike">
                        <a:solidFill>
                          <a:srgbClr val="000000"/>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s-CO" sz="1800" u="none" strike="noStrike">
                          <a:effectLst/>
                        </a:rPr>
                        <a:t>38%</a:t>
                      </a:r>
                      <a:endParaRPr lang="es-CO" sz="1800" b="1" i="0" u="none" strike="noStrike">
                        <a:solidFill>
                          <a:srgbClr val="000000"/>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s-CO" sz="1800" u="none" strike="noStrike">
                          <a:effectLst/>
                        </a:rPr>
                        <a:t>6%</a:t>
                      </a:r>
                      <a:endParaRPr lang="es-CO" sz="1800" b="1" i="0" u="none" strike="noStrike">
                        <a:solidFill>
                          <a:srgbClr val="000000"/>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fontAlgn="b"/>
                      <a:r>
                        <a:rPr lang="es-CO" sz="1800" u="none" strike="noStrike">
                          <a:effectLst/>
                        </a:rPr>
                        <a:t>24%</a:t>
                      </a:r>
                      <a:endParaRPr lang="es-CO" sz="1800" b="1" i="0" u="none" strike="noStrike">
                        <a:solidFill>
                          <a:srgbClr val="000000"/>
                        </a:solidFill>
                        <a:effectLst/>
                        <a:latin typeface="Aptos Narrow" panose="020B0004020202020204" pitchFamily="34" charset="0"/>
                      </a:endParaRPr>
                    </a:p>
                  </a:txBody>
                  <a:tcPr marL="9525" marR="9525" marT="9525" marB="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40280536"/>
                  </a:ext>
                </a:extLst>
              </a:tr>
            </a:tbl>
          </a:graphicData>
        </a:graphic>
      </p:graphicFrame>
    </p:spTree>
    <p:extLst>
      <p:ext uri="{BB962C8B-B14F-4D97-AF65-F5344CB8AC3E}">
        <p14:creationId xmlns:p14="http://schemas.microsoft.com/office/powerpoint/2010/main" val="42040997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47B7CA-6270-1F19-8782-B5E71BF98E10}"/>
            </a:ext>
          </a:extLst>
        </p:cNvPr>
        <p:cNvGrpSpPr/>
        <p:nvPr/>
      </p:nvGrpSpPr>
      <p:grpSpPr>
        <a:xfrm>
          <a:off x="0" y="0"/>
          <a:ext cx="0" cy="0"/>
          <a:chOff x="0" y="0"/>
          <a:chExt cx="0" cy="0"/>
        </a:xfrm>
      </p:grpSpPr>
      <p:sp>
        <p:nvSpPr>
          <p:cNvPr id="2" name="Marcador de fecha 1">
            <a:extLst>
              <a:ext uri="{FF2B5EF4-FFF2-40B4-BE49-F238E27FC236}">
                <a16:creationId xmlns:a16="http://schemas.microsoft.com/office/drawing/2014/main" id="{192EE3F0-CAF0-3FA1-BD6D-E6AE273455BD}"/>
              </a:ext>
            </a:extLst>
          </p:cNvPr>
          <p:cNvSpPr>
            <a:spLocks noGrp="1"/>
          </p:cNvSpPr>
          <p:nvPr>
            <p:ph type="dt" sz="half" idx="10"/>
          </p:nvPr>
        </p:nvSpPr>
        <p:spPr>
          <a:xfrm>
            <a:off x="304801" y="6484018"/>
            <a:ext cx="1428466" cy="251105"/>
          </a:xfrm>
        </p:spPr>
        <p:txBody>
          <a:bodyPr anchor="ctr">
            <a:normAutofit/>
          </a:bodyPr>
          <a:lstStyle/>
          <a:p>
            <a:pPr>
              <a:lnSpc>
                <a:spcPct val="90000"/>
              </a:lnSpc>
              <a:spcAft>
                <a:spcPts val="600"/>
              </a:spcAft>
            </a:pPr>
            <a:fld id="{F73AFE69-43F1-4E09-B911-D59F5949CA9C}" type="datetime1">
              <a:rPr lang="es-CO" sz="1100" smtClean="0"/>
              <a:pPr>
                <a:lnSpc>
                  <a:spcPct val="90000"/>
                </a:lnSpc>
                <a:spcAft>
                  <a:spcPts val="600"/>
                </a:spcAft>
              </a:pPr>
              <a:t>25/06/2025</a:t>
            </a:fld>
            <a:endParaRPr lang="es-CO" sz="1100"/>
          </a:p>
        </p:txBody>
      </p:sp>
      <p:sp>
        <p:nvSpPr>
          <p:cNvPr id="10" name="Footer Placeholder 2">
            <a:extLst>
              <a:ext uri="{FF2B5EF4-FFF2-40B4-BE49-F238E27FC236}">
                <a16:creationId xmlns:a16="http://schemas.microsoft.com/office/drawing/2014/main" id="{72FE404A-DAE9-2987-5C4E-EA11CA7C0B63}"/>
              </a:ext>
            </a:extLst>
          </p:cNvPr>
          <p:cNvSpPr>
            <a:spLocks noGrp="1"/>
          </p:cNvSpPr>
          <p:nvPr>
            <p:ph type="ftr" sz="quarter" idx="11"/>
          </p:nvPr>
        </p:nvSpPr>
        <p:spPr>
          <a:xfrm>
            <a:off x="2017222" y="6484018"/>
            <a:ext cx="4182961" cy="251105"/>
          </a:xfrm>
        </p:spPr>
        <p:txBody>
          <a:bodyPr/>
          <a:lstStyle/>
          <a:p>
            <a:endParaRPr lang="es-CO"/>
          </a:p>
        </p:txBody>
      </p:sp>
      <p:sp>
        <p:nvSpPr>
          <p:cNvPr id="5" name="Título 4">
            <a:extLst>
              <a:ext uri="{FF2B5EF4-FFF2-40B4-BE49-F238E27FC236}">
                <a16:creationId xmlns:a16="http://schemas.microsoft.com/office/drawing/2014/main" id="{165C78D6-EB83-3D2E-8451-D3FEA6580B53}"/>
              </a:ext>
            </a:extLst>
          </p:cNvPr>
          <p:cNvSpPr>
            <a:spLocks noGrp="1"/>
          </p:cNvSpPr>
          <p:nvPr>
            <p:ph type="title"/>
          </p:nvPr>
        </p:nvSpPr>
        <p:spPr>
          <a:xfrm>
            <a:off x="304801" y="2773312"/>
            <a:ext cx="3513055" cy="1751553"/>
          </a:xfrm>
        </p:spPr>
        <p:txBody>
          <a:bodyPr>
            <a:normAutofit/>
          </a:bodyPr>
          <a:lstStyle/>
          <a:p>
            <a:r>
              <a:rPr lang="es-CO" b="1"/>
              <a:t>RESULTADOS AGREGADOS POR SEMANA POR SKU</a:t>
            </a:r>
          </a:p>
        </p:txBody>
      </p:sp>
      <p:pic>
        <p:nvPicPr>
          <p:cNvPr id="11" name="Imagen 10">
            <a:extLst>
              <a:ext uri="{FF2B5EF4-FFF2-40B4-BE49-F238E27FC236}">
                <a16:creationId xmlns:a16="http://schemas.microsoft.com/office/drawing/2014/main" id="{AC170118-94E9-5A6D-17A7-8A2ABE684DB9}"/>
              </a:ext>
            </a:extLst>
          </p:cNvPr>
          <p:cNvPicPr>
            <a:picLocks noChangeAspect="1"/>
          </p:cNvPicPr>
          <p:nvPr/>
        </p:nvPicPr>
        <p:blipFill>
          <a:blip r:embed="rId2"/>
          <a:stretch>
            <a:fillRect/>
          </a:stretch>
        </p:blipFill>
        <p:spPr>
          <a:xfrm>
            <a:off x="4108702" y="610680"/>
            <a:ext cx="6524625" cy="5429250"/>
          </a:xfrm>
          <a:prstGeom prst="rect">
            <a:avLst/>
          </a:prstGeom>
        </p:spPr>
      </p:pic>
    </p:spTree>
    <p:extLst>
      <p:ext uri="{BB962C8B-B14F-4D97-AF65-F5344CB8AC3E}">
        <p14:creationId xmlns:p14="http://schemas.microsoft.com/office/powerpoint/2010/main" val="8463848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8640B-D927-D6A8-C7C3-B99A14347F8A}"/>
            </a:ext>
          </a:extLst>
        </p:cNvPr>
        <p:cNvGrpSpPr/>
        <p:nvPr/>
      </p:nvGrpSpPr>
      <p:grpSpPr>
        <a:xfrm>
          <a:off x="0" y="0"/>
          <a:ext cx="0" cy="0"/>
          <a:chOff x="0" y="0"/>
          <a:chExt cx="0" cy="0"/>
        </a:xfrm>
      </p:grpSpPr>
      <p:sp>
        <p:nvSpPr>
          <p:cNvPr id="2" name="Marcador de fecha 1">
            <a:extLst>
              <a:ext uri="{FF2B5EF4-FFF2-40B4-BE49-F238E27FC236}">
                <a16:creationId xmlns:a16="http://schemas.microsoft.com/office/drawing/2014/main" id="{1D74A144-6757-7075-27E4-BA0E9C28869C}"/>
              </a:ext>
            </a:extLst>
          </p:cNvPr>
          <p:cNvSpPr>
            <a:spLocks noGrp="1"/>
          </p:cNvSpPr>
          <p:nvPr>
            <p:ph type="dt" sz="half" idx="10"/>
          </p:nvPr>
        </p:nvSpPr>
        <p:spPr>
          <a:xfrm>
            <a:off x="304801" y="6484018"/>
            <a:ext cx="1428466" cy="251105"/>
          </a:xfrm>
        </p:spPr>
        <p:txBody>
          <a:bodyPr anchor="ctr">
            <a:normAutofit/>
          </a:bodyPr>
          <a:lstStyle/>
          <a:p>
            <a:pPr>
              <a:lnSpc>
                <a:spcPct val="90000"/>
              </a:lnSpc>
              <a:spcAft>
                <a:spcPts val="600"/>
              </a:spcAft>
            </a:pPr>
            <a:fld id="{F73AFE69-43F1-4E09-B911-D59F5949CA9C}" type="datetime1">
              <a:rPr lang="es-CO" sz="1100" smtClean="0"/>
              <a:pPr>
                <a:lnSpc>
                  <a:spcPct val="90000"/>
                </a:lnSpc>
                <a:spcAft>
                  <a:spcPts val="600"/>
                </a:spcAft>
              </a:pPr>
              <a:t>25/06/2025</a:t>
            </a:fld>
            <a:endParaRPr lang="es-CO" sz="1100"/>
          </a:p>
        </p:txBody>
      </p:sp>
      <p:sp>
        <p:nvSpPr>
          <p:cNvPr id="5" name="Título 4">
            <a:extLst>
              <a:ext uri="{FF2B5EF4-FFF2-40B4-BE49-F238E27FC236}">
                <a16:creationId xmlns:a16="http://schemas.microsoft.com/office/drawing/2014/main" id="{69D6BE99-BB5D-6A2D-2EEF-83B81B659E98}"/>
              </a:ext>
            </a:extLst>
          </p:cNvPr>
          <p:cNvSpPr>
            <a:spLocks noGrp="1"/>
          </p:cNvSpPr>
          <p:nvPr>
            <p:ph type="title"/>
          </p:nvPr>
        </p:nvSpPr>
        <p:spPr>
          <a:xfrm>
            <a:off x="304801" y="2773312"/>
            <a:ext cx="3513055" cy="1751553"/>
          </a:xfrm>
        </p:spPr>
        <p:txBody>
          <a:bodyPr lIns="91440" tIns="45720" rIns="91440" bIns="45720" anchor="t">
            <a:normAutofit fontScale="90000"/>
          </a:bodyPr>
          <a:lstStyle/>
          <a:p>
            <a:r>
              <a:rPr lang="es-CO" b="1"/>
              <a:t>RESULTADOS COMBINANDO MODELOS POR MEJOR ERROR PARA TODO EL PORTAFOLIO DE LIQUIDOS</a:t>
            </a:r>
            <a:endParaRPr lang="es-CO" b="1">
              <a:cs typeface="Arial"/>
            </a:endParaRPr>
          </a:p>
        </p:txBody>
      </p:sp>
      <p:pic>
        <p:nvPicPr>
          <p:cNvPr id="8" name="Imagen 7" descr="Diagrama&#10;&#10;El contenido generado por IA puede ser incorrecto.">
            <a:extLst>
              <a:ext uri="{FF2B5EF4-FFF2-40B4-BE49-F238E27FC236}">
                <a16:creationId xmlns:a16="http://schemas.microsoft.com/office/drawing/2014/main" id="{9DC6966A-1329-22E8-53E1-297879E3182E}"/>
              </a:ext>
            </a:extLst>
          </p:cNvPr>
          <p:cNvPicPr>
            <a:picLocks noChangeAspect="1"/>
          </p:cNvPicPr>
          <p:nvPr/>
        </p:nvPicPr>
        <p:blipFill>
          <a:blip r:embed="rId2"/>
          <a:stretch>
            <a:fillRect/>
          </a:stretch>
        </p:blipFill>
        <p:spPr>
          <a:xfrm>
            <a:off x="3820463" y="269137"/>
            <a:ext cx="6893456" cy="6339663"/>
          </a:xfrm>
          <a:prstGeom prst="rect">
            <a:avLst/>
          </a:prstGeom>
        </p:spPr>
      </p:pic>
    </p:spTree>
    <p:extLst>
      <p:ext uri="{BB962C8B-B14F-4D97-AF65-F5344CB8AC3E}">
        <p14:creationId xmlns:p14="http://schemas.microsoft.com/office/powerpoint/2010/main" val="2579054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1EAABA7F-569F-F6A0-2759-5932EF9367DA}"/>
              </a:ext>
            </a:extLst>
          </p:cNvPr>
          <p:cNvSpPr>
            <a:spLocks noGrp="1"/>
          </p:cNvSpPr>
          <p:nvPr>
            <p:ph type="dt" sz="half" idx="10"/>
          </p:nvPr>
        </p:nvSpPr>
        <p:spPr/>
        <p:txBody>
          <a:bodyPr/>
          <a:lstStyle/>
          <a:p>
            <a:fld id="{01A94EE0-64C1-49D5-A661-132B82D83D38}" type="datetime1">
              <a:t>6/25/2025</a:t>
            </a:fld>
            <a:endParaRPr lang="es-CO"/>
          </a:p>
        </p:txBody>
      </p:sp>
      <p:sp>
        <p:nvSpPr>
          <p:cNvPr id="3" name="Marcador de pie de página 2">
            <a:extLst>
              <a:ext uri="{FF2B5EF4-FFF2-40B4-BE49-F238E27FC236}">
                <a16:creationId xmlns:a16="http://schemas.microsoft.com/office/drawing/2014/main" id="{CE7B62D9-F637-80FE-8E7A-FB604C55CF5F}"/>
              </a:ext>
            </a:extLst>
          </p:cNvPr>
          <p:cNvSpPr>
            <a:spLocks noGrp="1"/>
          </p:cNvSpPr>
          <p:nvPr>
            <p:ph type="ftr" sz="quarter" idx="11"/>
          </p:nvPr>
        </p:nvSpPr>
        <p:spPr/>
        <p:txBody>
          <a:bodyPr/>
          <a:lstStyle/>
          <a:p>
            <a:endParaRPr lang="es-CO"/>
          </a:p>
        </p:txBody>
      </p:sp>
      <p:sp>
        <p:nvSpPr>
          <p:cNvPr id="4" name="Marcador de texto 3">
            <a:extLst>
              <a:ext uri="{FF2B5EF4-FFF2-40B4-BE49-F238E27FC236}">
                <a16:creationId xmlns:a16="http://schemas.microsoft.com/office/drawing/2014/main" id="{D0F84C1F-172E-B35F-5695-6476FD46AD9C}"/>
              </a:ext>
            </a:extLst>
          </p:cNvPr>
          <p:cNvSpPr>
            <a:spLocks noGrp="1"/>
          </p:cNvSpPr>
          <p:nvPr>
            <p:ph type="body" sz="quarter" idx="12"/>
          </p:nvPr>
        </p:nvSpPr>
        <p:spPr>
          <a:xfrm>
            <a:off x="213362" y="1614268"/>
            <a:ext cx="11371383" cy="4333552"/>
          </a:xfrm>
        </p:spPr>
        <p:txBody>
          <a:bodyPr lIns="91440" tIns="45720" rIns="91440" bIns="45720" anchor="t"/>
          <a:lstStyle/>
          <a:p>
            <a:pPr algn="just"/>
            <a:endParaRPr lang="es-ES" sz="4000">
              <a:latin typeface="Arial"/>
              <a:cs typeface="Arial"/>
            </a:endParaRPr>
          </a:p>
          <a:p>
            <a:pPr marL="285750" indent="-285750" algn="just">
              <a:buChar char="•"/>
            </a:pPr>
            <a:r>
              <a:rPr lang="es-CO" sz="1400">
                <a:latin typeface="Arial"/>
                <a:cs typeface="Arial"/>
              </a:rPr>
              <a:t>Asumiendo un escenario de “underforecasting” donde el forecast es mucho menor que la demanda, se plantea el siguiente ejercicio como potencial impacto al proceso de todo el portafolio de líquidos en términos de ingresos por ventas:</a:t>
            </a:r>
            <a:endParaRPr lang="es-ES" sz="1400">
              <a:latin typeface="Arial"/>
              <a:cs typeface="Arial"/>
            </a:endParaRPr>
          </a:p>
          <a:p>
            <a:pPr algn="just"/>
            <a:r>
              <a:rPr lang="es-CO" sz="1400">
                <a:latin typeface="Arial"/>
                <a:cs typeface="Arial"/>
              </a:rPr>
              <a:t>Si de 154 de unidades en pedidos por semana, el forecast solo fue de 100 (Error 35% - Error Actual), estan en riesgo 54 unidades facturables. Considerando un precio de $100 por SKU se estarían dejando de facturar $5.400. Sin embargo, si se tiene un modelo con el 7% de error, es decir, 7 unidades en riesgo de facturación, se estarían dejando de facturar $700. Al comparar $5.400 del escenario actual vs $700 con los pronósticos generados en este estudio, se puede observar que hay una reducción de la pérdida de ingresos por ventas de alrededor el 87%.</a:t>
            </a:r>
            <a:endParaRPr lang="es-ES" sz="1400">
              <a:latin typeface="Arial"/>
              <a:cs typeface="Arial"/>
            </a:endParaRPr>
          </a:p>
          <a:p>
            <a:endParaRPr lang="es-ES" sz="1400">
              <a:latin typeface="Arial"/>
              <a:cs typeface="Arial"/>
            </a:endParaRPr>
          </a:p>
          <a:p>
            <a:endParaRPr lang="es-ES" sz="1400">
              <a:latin typeface="Arial"/>
              <a:cs typeface="Arial"/>
            </a:endParaRPr>
          </a:p>
          <a:p>
            <a:pPr marL="285750" indent="-285750">
              <a:buChar char="•"/>
            </a:pPr>
            <a:r>
              <a:rPr lang="es-ES" sz="1400">
                <a:solidFill>
                  <a:srgbClr val="393939"/>
                </a:solidFill>
                <a:latin typeface="Arial"/>
                <a:cs typeface="Arial"/>
              </a:rPr>
              <a:t>Por otro lado, en un escenario de “Overforecasting” donde el forecast supera la demanda se tiene la siguiente simulación: </a:t>
            </a:r>
          </a:p>
          <a:p>
            <a:r>
              <a:rPr lang="es-ES" sz="1400">
                <a:solidFill>
                  <a:srgbClr val="393939"/>
                </a:solidFill>
                <a:latin typeface="Arial"/>
                <a:cs typeface="Arial"/>
              </a:rPr>
              <a:t>Para un forecast de 100 unidades vs pedidos de 74 unidades (Error 35% - Error Actual) se tienen en potencial riesgo de producto fecha corta alrededor de 26 unidades que si se asume un costo de $10 se podria estar hablando de una baja de $260. Sin embargo, si se tiene un error del 7%, alrededor de 7 unidades en riesgo de esta por fuera de la política de recibo del cliente y por ende un riesgo de baja para la compañía se estaría habalndo de solo una potencial perdida de $70. Lo anterior significa una reducción del 73% del riesgo de dar de baja inventario.</a:t>
            </a:r>
            <a:endParaRPr lang="es-ES"/>
          </a:p>
        </p:txBody>
      </p:sp>
      <p:sp>
        <p:nvSpPr>
          <p:cNvPr id="5" name="Título 4">
            <a:extLst>
              <a:ext uri="{FF2B5EF4-FFF2-40B4-BE49-F238E27FC236}">
                <a16:creationId xmlns:a16="http://schemas.microsoft.com/office/drawing/2014/main" id="{D5A2D749-1616-6F3F-B36A-960236F3677D}"/>
              </a:ext>
            </a:extLst>
          </p:cNvPr>
          <p:cNvSpPr>
            <a:spLocks noGrp="1"/>
          </p:cNvSpPr>
          <p:nvPr>
            <p:ph type="title"/>
          </p:nvPr>
        </p:nvSpPr>
        <p:spPr/>
        <p:txBody>
          <a:bodyPr lIns="91440" tIns="45720" rIns="91440" bIns="45720" anchor="t"/>
          <a:lstStyle/>
          <a:p>
            <a:r>
              <a:rPr lang="es-ES">
                <a:cs typeface="Arial"/>
              </a:rPr>
              <a:t>SIMULACIÓN DEL IMPACTO DEL MODELO </a:t>
            </a:r>
            <a:endParaRPr lang="es-ES"/>
          </a:p>
        </p:txBody>
      </p:sp>
    </p:spTree>
    <p:extLst>
      <p:ext uri="{BB962C8B-B14F-4D97-AF65-F5344CB8AC3E}">
        <p14:creationId xmlns:p14="http://schemas.microsoft.com/office/powerpoint/2010/main" val="35664817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54D654DE-AD2E-B544-B68B-3EFFBA8ED140}"/>
              </a:ext>
            </a:extLst>
          </p:cNvPr>
          <p:cNvSpPr>
            <a:spLocks noGrp="1"/>
          </p:cNvSpPr>
          <p:nvPr>
            <p:ph type="dt" sz="half" idx="10"/>
          </p:nvPr>
        </p:nvSpPr>
        <p:spPr/>
        <p:txBody>
          <a:bodyPr/>
          <a:lstStyle/>
          <a:p>
            <a:fld id="{431D2F23-CF27-BF49-B983-496F0892B909}" type="datetime1">
              <a:rPr lang="es-CO" smtClean="0"/>
              <a:t>25/06/2025</a:t>
            </a:fld>
            <a:endParaRPr lang="es-CO"/>
          </a:p>
        </p:txBody>
      </p:sp>
      <p:sp>
        <p:nvSpPr>
          <p:cNvPr id="7" name="CuadroTexto 6">
            <a:extLst>
              <a:ext uri="{FF2B5EF4-FFF2-40B4-BE49-F238E27FC236}">
                <a16:creationId xmlns:a16="http://schemas.microsoft.com/office/drawing/2014/main" id="{91F33DDB-060A-DDB9-B494-7F506604D8C4}"/>
              </a:ext>
            </a:extLst>
          </p:cNvPr>
          <p:cNvSpPr txBox="1"/>
          <p:nvPr/>
        </p:nvSpPr>
        <p:spPr>
          <a:xfrm>
            <a:off x="1019034" y="5529911"/>
            <a:ext cx="10163789" cy="830997"/>
          </a:xfrm>
          <a:prstGeom prst="rect">
            <a:avLst/>
          </a:prstGeom>
          <a:noFill/>
        </p:spPr>
        <p:txBody>
          <a:bodyPr wrap="square" lIns="91440" tIns="45720" rIns="91440" bIns="45720" anchor="t">
            <a:spAutoFit/>
          </a:bodyPr>
          <a:lstStyle/>
          <a:p>
            <a:pPr marL="0" marR="0" lvl="0" indent="0" algn="ctr" defTabSz="914400" rtl="0" eaLnBrk="0" fontAlgn="base" latinLnBrk="0" hangingPunct="0">
              <a:lnSpc>
                <a:spcPct val="100000"/>
              </a:lnSpc>
              <a:spcBef>
                <a:spcPct val="0"/>
              </a:spcBef>
              <a:spcAft>
                <a:spcPct val="0"/>
              </a:spcAft>
              <a:buClrTx/>
              <a:buSzTx/>
              <a:buFontTx/>
              <a:buChar char="•"/>
              <a:tabLst/>
            </a:pPr>
            <a:endParaRPr lang="es-CO" altLang="es-CO" sz="2400" b="1">
              <a:solidFill>
                <a:srgbClr val="020B0F"/>
              </a:solidFill>
              <a:latin typeface="Arial" panose="020B0604020202020204" pitchFamily="34" charset="0"/>
            </a:endParaRPr>
          </a:p>
          <a:p>
            <a:pPr algn="ctr" defTabSz="914400" eaLnBrk="0" hangingPunct="0"/>
            <a:r>
              <a:rPr lang="es-ES" altLang="es-CO" sz="2400" b="1">
                <a:solidFill>
                  <a:srgbClr val="5454E9"/>
                </a:solidFill>
                <a:latin typeface="+mj-lt"/>
                <a:ea typeface="+mj-lt"/>
                <a:cs typeface="+mj-lt"/>
              </a:rPr>
              <a:t>CONCLUSIONES Y RECOMENDACIONES</a:t>
            </a:r>
            <a:endParaRPr lang="es-CO" altLang="es-CO" sz="2400" b="1">
              <a:solidFill>
                <a:srgbClr val="5454E9"/>
              </a:solidFill>
              <a:latin typeface="+mj-lt"/>
              <a:ea typeface="+mj-lt"/>
              <a:cs typeface="+mj-lt"/>
            </a:endParaRPr>
          </a:p>
        </p:txBody>
      </p:sp>
      <p:graphicFrame>
        <p:nvGraphicFramePr>
          <p:cNvPr id="8" name="Marcador de contenido 2">
            <a:extLst>
              <a:ext uri="{FF2B5EF4-FFF2-40B4-BE49-F238E27FC236}">
                <a16:creationId xmlns:a16="http://schemas.microsoft.com/office/drawing/2014/main" id="{135D3F68-F84D-AD30-116B-D226C7F1AA89}"/>
              </a:ext>
            </a:extLst>
          </p:cNvPr>
          <p:cNvGraphicFramePr>
            <a:graphicFrameLocks/>
          </p:cNvGraphicFramePr>
          <p:nvPr>
            <p:extLst>
              <p:ext uri="{D42A27DB-BD31-4B8C-83A1-F6EECF244321}">
                <p14:modId xmlns:p14="http://schemas.microsoft.com/office/powerpoint/2010/main" val="2911355453"/>
              </p:ext>
            </p:extLst>
          </p:nvPr>
        </p:nvGraphicFramePr>
        <p:xfrm>
          <a:off x="1447368" y="122877"/>
          <a:ext cx="10043017" cy="541528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8" name="CuadroTexto 17">
            <a:extLst>
              <a:ext uri="{FF2B5EF4-FFF2-40B4-BE49-F238E27FC236}">
                <a16:creationId xmlns:a16="http://schemas.microsoft.com/office/drawing/2014/main" id="{273B7855-D416-328B-EEB6-2C5FAEFCD22E}"/>
              </a:ext>
            </a:extLst>
          </p:cNvPr>
          <p:cNvSpPr txBox="1"/>
          <p:nvPr/>
        </p:nvSpPr>
        <p:spPr>
          <a:xfrm>
            <a:off x="2847609" y="907755"/>
            <a:ext cx="2743200" cy="138499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r>
              <a:rPr lang="es-CO" sz="1200">
                <a:solidFill>
                  <a:srgbClr val="020B0F"/>
                </a:solidFill>
                <a:latin typeface="Arial"/>
                <a:ea typeface="ＭＳ Ｐゴシック"/>
                <a:cs typeface="Arial"/>
              </a:rPr>
              <a:t>Se desarrolló e implementó un enfoque híbrido de pronóstico que combina modelos estadísticos clásicos y modelos de aprendizaje automático, ajustado a la naturaleza irregular de la demanda de productos líquidos perecederos.</a:t>
            </a:r>
            <a:r>
              <a:rPr lang="es-ES" sz="1200">
                <a:solidFill>
                  <a:srgbClr val="020B0F"/>
                </a:solidFill>
                <a:latin typeface="Arial"/>
                <a:ea typeface="ＭＳ Ｐゴシック"/>
                <a:cs typeface="Arial"/>
              </a:rPr>
              <a:t> </a:t>
            </a:r>
            <a:endParaRPr lang="es-ES" sz="1200">
              <a:solidFill>
                <a:srgbClr val="020B0F"/>
              </a:solidFill>
              <a:cs typeface="Arial"/>
            </a:endParaRPr>
          </a:p>
        </p:txBody>
      </p:sp>
      <p:sp>
        <p:nvSpPr>
          <p:cNvPr id="19" name="CuadroTexto 18">
            <a:extLst>
              <a:ext uri="{FF2B5EF4-FFF2-40B4-BE49-F238E27FC236}">
                <a16:creationId xmlns:a16="http://schemas.microsoft.com/office/drawing/2014/main" id="{A644A3BB-1113-3554-CF02-ED8AC76D3C51}"/>
              </a:ext>
            </a:extLst>
          </p:cNvPr>
          <p:cNvSpPr txBox="1"/>
          <p:nvPr/>
        </p:nvSpPr>
        <p:spPr>
          <a:xfrm>
            <a:off x="7296230" y="798106"/>
            <a:ext cx="2743200" cy="161582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r>
              <a:rPr lang="es-CO" sz="1100">
                <a:solidFill>
                  <a:srgbClr val="020B0F"/>
                </a:solidFill>
                <a:latin typeface="Arial"/>
                <a:ea typeface="ＭＳ Ｐゴシック"/>
                <a:cs typeface="Arial"/>
              </a:rPr>
              <a:t>El sistema de clasificación de demanda y selección automatizada de modelos por SKU permitió alcanzar un MAPE promedio de 6.82%, superando el objetivo de negocio establecido.</a:t>
            </a:r>
            <a:r>
              <a:rPr lang="es-ES" sz="1100">
                <a:solidFill>
                  <a:srgbClr val="020B0F"/>
                </a:solidFill>
                <a:latin typeface="Arial"/>
                <a:ea typeface="ＭＳ Ｐゴシック"/>
                <a:cs typeface="Arial"/>
              </a:rPr>
              <a:t> </a:t>
            </a:r>
          </a:p>
          <a:p>
            <a:pPr algn="just"/>
            <a:r>
              <a:rPr lang="es-ES" sz="1100">
                <a:solidFill>
                  <a:srgbClr val="020B0F"/>
                </a:solidFill>
                <a:latin typeface="Arial"/>
                <a:ea typeface="ＭＳ Ｐゴシック"/>
                <a:cs typeface="Arial"/>
              </a:rPr>
              <a:t>Existe una potencial mejora en la reducción en la perdida de ingresos por ventas en escenarios de underforecasting del 87%.</a:t>
            </a:r>
          </a:p>
        </p:txBody>
      </p:sp>
      <p:sp>
        <p:nvSpPr>
          <p:cNvPr id="50" name="CuadroTexto 49">
            <a:extLst>
              <a:ext uri="{FF2B5EF4-FFF2-40B4-BE49-F238E27FC236}">
                <a16:creationId xmlns:a16="http://schemas.microsoft.com/office/drawing/2014/main" id="{197C8E89-8828-BA4E-C47A-4B214610BD89}"/>
              </a:ext>
            </a:extLst>
          </p:cNvPr>
          <p:cNvSpPr txBox="1"/>
          <p:nvPr/>
        </p:nvSpPr>
        <p:spPr>
          <a:xfrm>
            <a:off x="2847608" y="3429665"/>
            <a:ext cx="2743200" cy="127727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r>
              <a:rPr lang="es-CO" sz="1100">
                <a:solidFill>
                  <a:srgbClr val="020B0F"/>
                </a:solidFill>
                <a:latin typeface="Times New Roman"/>
                <a:ea typeface="ＭＳ Ｐゴシック"/>
                <a:cs typeface="Times New Roman"/>
              </a:rPr>
              <a:t>El modelo Holt-</a:t>
            </a:r>
            <a:r>
              <a:rPr lang="es-CO" sz="1100" err="1">
                <a:solidFill>
                  <a:srgbClr val="020B0F"/>
                </a:solidFill>
                <a:latin typeface="Times New Roman"/>
                <a:ea typeface="ＭＳ Ｐゴシック"/>
                <a:cs typeface="Times New Roman"/>
              </a:rPr>
              <a:t>Winters</a:t>
            </a:r>
            <a:r>
              <a:rPr lang="es-CO" sz="1100">
                <a:solidFill>
                  <a:srgbClr val="020B0F"/>
                </a:solidFill>
                <a:latin typeface="Times New Roman"/>
                <a:ea typeface="ＭＳ Ｐゴシック"/>
                <a:cs typeface="Times New Roman"/>
              </a:rPr>
              <a:t> fue el más recurrente, pero se comprobó que modelos como </a:t>
            </a:r>
            <a:r>
              <a:rPr lang="es-CO" sz="1100" err="1">
                <a:solidFill>
                  <a:srgbClr val="020B0F"/>
                </a:solidFill>
                <a:latin typeface="Times New Roman"/>
                <a:ea typeface="ＭＳ Ｐゴシック"/>
                <a:cs typeface="Times New Roman"/>
              </a:rPr>
              <a:t>ElasticNet</a:t>
            </a:r>
            <a:r>
              <a:rPr lang="es-CO" sz="1100">
                <a:solidFill>
                  <a:srgbClr val="020B0F"/>
                </a:solidFill>
                <a:latin typeface="Times New Roman"/>
                <a:ea typeface="ＭＳ Ｐゴシック"/>
                <a:cs typeface="Times New Roman"/>
              </a:rPr>
              <a:t> y </a:t>
            </a:r>
            <a:r>
              <a:rPr lang="es-CO" sz="1100" err="1">
                <a:solidFill>
                  <a:srgbClr val="020B0F"/>
                </a:solidFill>
                <a:latin typeface="Times New Roman"/>
                <a:ea typeface="ＭＳ Ｐゴシック"/>
                <a:cs typeface="Times New Roman"/>
              </a:rPr>
              <a:t>XGBoost</a:t>
            </a:r>
            <a:r>
              <a:rPr lang="es-CO" sz="1100">
                <a:solidFill>
                  <a:srgbClr val="020B0F"/>
                </a:solidFill>
                <a:latin typeface="Times New Roman"/>
                <a:ea typeface="ＭＳ Ｐゴシック"/>
                <a:cs typeface="Times New Roman"/>
              </a:rPr>
              <a:t> también ofrecen excelentes resultados en ciertos casos.</a:t>
            </a:r>
            <a:r>
              <a:rPr lang="es-ES" sz="1100">
                <a:solidFill>
                  <a:srgbClr val="020B0F"/>
                </a:solidFill>
                <a:latin typeface="Times New Roman"/>
                <a:ea typeface="ＭＳ Ｐゴシック"/>
                <a:cs typeface="Times New Roman"/>
              </a:rPr>
              <a:t> </a:t>
            </a:r>
            <a:r>
              <a:rPr lang="es-CO" sz="1100">
                <a:solidFill>
                  <a:srgbClr val="020B0F"/>
                </a:solidFill>
                <a:latin typeface="Times New Roman"/>
                <a:ea typeface="ＭＳ Ｐゴシック"/>
                <a:cs typeface="Times New Roman"/>
              </a:rPr>
              <a:t>La arquitectura construida es </a:t>
            </a:r>
            <a:r>
              <a:rPr lang="es-CO" sz="1100" b="1">
                <a:solidFill>
                  <a:srgbClr val="020B0F"/>
                </a:solidFill>
                <a:latin typeface="Times New Roman"/>
                <a:ea typeface="ＭＳ Ｐゴシック"/>
                <a:cs typeface="Times New Roman"/>
              </a:rPr>
              <a:t>escalable y transferible</a:t>
            </a:r>
            <a:r>
              <a:rPr lang="es-CO" sz="1100">
                <a:solidFill>
                  <a:srgbClr val="020B0F"/>
                </a:solidFill>
                <a:latin typeface="Times New Roman"/>
                <a:ea typeface="ＭＳ Ｐゴシック"/>
                <a:cs typeface="Times New Roman"/>
              </a:rPr>
              <a:t> a otras categorías de producto o entornos de demanda.</a:t>
            </a:r>
            <a:r>
              <a:rPr lang="es-ES" sz="1100">
                <a:solidFill>
                  <a:srgbClr val="020B0F"/>
                </a:solidFill>
                <a:latin typeface="Arial"/>
                <a:ea typeface="ＭＳ Ｐゴシック"/>
              </a:rPr>
              <a:t> </a:t>
            </a:r>
            <a:endParaRPr lang="es-ES">
              <a:solidFill>
                <a:srgbClr val="020B0F"/>
              </a:solidFill>
            </a:endParaRPr>
          </a:p>
        </p:txBody>
      </p:sp>
      <p:sp>
        <p:nvSpPr>
          <p:cNvPr id="51" name="CuadroTexto 50">
            <a:extLst>
              <a:ext uri="{FF2B5EF4-FFF2-40B4-BE49-F238E27FC236}">
                <a16:creationId xmlns:a16="http://schemas.microsoft.com/office/drawing/2014/main" id="{33D31C5A-83FB-439E-66CA-8AE8ABDF83CF}"/>
              </a:ext>
            </a:extLst>
          </p:cNvPr>
          <p:cNvSpPr txBox="1"/>
          <p:nvPr/>
        </p:nvSpPr>
        <p:spPr>
          <a:xfrm>
            <a:off x="7296230" y="3429665"/>
            <a:ext cx="2743200" cy="1277273"/>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just"/>
            <a:r>
              <a:rPr lang="es-CO" sz="1100">
                <a:solidFill>
                  <a:srgbClr val="000000"/>
                </a:solidFill>
                <a:latin typeface="Times New Roman"/>
                <a:ea typeface="ＭＳ Ｐゴシック"/>
                <a:cs typeface="Times New Roman"/>
              </a:rPr>
              <a:t>Se recomienda </a:t>
            </a:r>
            <a:r>
              <a:rPr lang="es-CO" sz="1100" b="1">
                <a:solidFill>
                  <a:srgbClr val="000000"/>
                </a:solidFill>
                <a:latin typeface="Times New Roman"/>
                <a:ea typeface="ＭＳ Ｐゴシック"/>
                <a:cs typeface="Times New Roman"/>
              </a:rPr>
              <a:t>integrar este pipeline al proceso semanal de pronóstico de la empresa</a:t>
            </a:r>
            <a:r>
              <a:rPr lang="es-CO" sz="1100">
                <a:solidFill>
                  <a:srgbClr val="000000"/>
                </a:solidFill>
                <a:latin typeface="Times New Roman"/>
                <a:ea typeface="ＭＳ Ｐゴシック"/>
                <a:cs typeface="Times New Roman"/>
              </a:rPr>
              <a:t>, y en fases futuras evaluar el uso de modelos más complejos como </a:t>
            </a:r>
            <a:r>
              <a:rPr lang="es-CO" sz="1100" err="1">
                <a:solidFill>
                  <a:srgbClr val="000000"/>
                </a:solidFill>
                <a:latin typeface="Times New Roman"/>
                <a:ea typeface="ＭＳ Ｐゴシック"/>
                <a:cs typeface="Times New Roman"/>
              </a:rPr>
              <a:t>Prophet</a:t>
            </a:r>
            <a:r>
              <a:rPr lang="es-CO" sz="1100">
                <a:solidFill>
                  <a:srgbClr val="000000"/>
                </a:solidFill>
                <a:latin typeface="Times New Roman"/>
                <a:ea typeface="ＭＳ Ｐゴシック"/>
                <a:cs typeface="Times New Roman"/>
              </a:rPr>
              <a:t>, </a:t>
            </a:r>
            <a:r>
              <a:rPr lang="es-CO" sz="1100" err="1">
                <a:solidFill>
                  <a:srgbClr val="000000"/>
                </a:solidFill>
                <a:latin typeface="Times New Roman"/>
                <a:ea typeface="ＭＳ Ｐゴシック"/>
                <a:cs typeface="Times New Roman"/>
              </a:rPr>
              <a:t>Croston</a:t>
            </a:r>
            <a:r>
              <a:rPr lang="es-CO" sz="1100">
                <a:solidFill>
                  <a:srgbClr val="000000"/>
                </a:solidFill>
                <a:latin typeface="Times New Roman"/>
                <a:ea typeface="ＭＳ Ｐゴシック"/>
                <a:cs typeface="Times New Roman"/>
              </a:rPr>
              <a:t> y redes LSTM para capturar demanda errática o altamente dependiente de factores externos.</a:t>
            </a:r>
          </a:p>
        </p:txBody>
      </p:sp>
    </p:spTree>
    <p:extLst>
      <p:ext uri="{BB962C8B-B14F-4D97-AF65-F5344CB8AC3E}">
        <p14:creationId xmlns:p14="http://schemas.microsoft.com/office/powerpoint/2010/main" val="425621508"/>
      </p:ext>
    </p:extLst>
  </p:cSld>
  <p:clrMapOvr>
    <a:masterClrMapping/>
  </p:clrMapOvr>
</p:sld>
</file>

<file path=ppt/theme/theme1.xml><?xml version="1.0" encoding="utf-8"?>
<a:theme xmlns:a="http://schemas.openxmlformats.org/drawingml/2006/main" name="Portadas">
  <a:themeElements>
    <a:clrScheme name=" ICESI FINAL">
      <a:dk1>
        <a:srgbClr val="393939"/>
      </a:dk1>
      <a:lt1>
        <a:srgbClr val="FFFFFF"/>
      </a:lt1>
      <a:dk2>
        <a:srgbClr val="5454E9"/>
      </a:dk2>
      <a:lt2>
        <a:srgbClr val="855CF0"/>
      </a:lt2>
      <a:accent1>
        <a:srgbClr val="4CB978"/>
      </a:accent1>
      <a:accent2>
        <a:srgbClr val="E2EB5F"/>
      </a:accent2>
      <a:accent3>
        <a:srgbClr val="F0681A"/>
      </a:accent3>
      <a:accent4>
        <a:srgbClr val="CECFF0"/>
      </a:accent4>
      <a:accent5>
        <a:srgbClr val="5DBD59"/>
      </a:accent5>
      <a:accent6>
        <a:srgbClr val="603800"/>
      </a:accent6>
      <a:hlink>
        <a:srgbClr val="1F1E1C"/>
      </a:hlink>
      <a:folHlink>
        <a:srgbClr val="808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33A0"/>
        </a:solidFill>
        <a:ln>
          <a:noFill/>
        </a:ln>
        <a:effectLst/>
      </a:spPr>
      <a:bodyPr anchor="ctr"/>
      <a:lstStyle>
        <a:defPPr algn="ctr" defTabSz="608853">
          <a:defRPr/>
        </a:defPPr>
      </a:lstStyle>
      <a:style>
        <a:lnRef idx="1">
          <a:schemeClr val="accent1"/>
        </a:lnRef>
        <a:fillRef idx="3">
          <a:schemeClr val="accent1"/>
        </a:fillRef>
        <a:effectRef idx="2">
          <a:schemeClr val="accent1"/>
        </a:effectRef>
        <a:fontRef idx="minor">
          <a:schemeClr val="lt1"/>
        </a:fontRef>
      </a:style>
    </a:spDef>
    <a:lnDef>
      <a:spPr>
        <a:ln>
          <a:solidFill>
            <a:srgbClr val="3190CF"/>
          </a:solidFill>
        </a:ln>
        <a:effectLst/>
      </a:spPr>
      <a:bodyPr/>
      <a:lstStyle/>
      <a:style>
        <a:lnRef idx="2">
          <a:schemeClr val="accent1"/>
        </a:lnRef>
        <a:fillRef idx="0">
          <a:schemeClr val="accent1"/>
        </a:fillRef>
        <a:effectRef idx="1">
          <a:schemeClr val="accent1"/>
        </a:effectRef>
        <a:fontRef idx="minor">
          <a:schemeClr val="tx1"/>
        </a:fontRef>
      </a:style>
    </a:lnDef>
    <a:txDef>
      <a:spPr>
        <a:noFill/>
      </a:spPr>
      <a:bodyPr wrap="none" rtlCol="0">
        <a:spAutoFit/>
      </a:bodyPr>
      <a:lstStyle>
        <a:defPPr algn="ctr">
          <a:defRPr dirty="0" err="1" smtClean="0">
            <a:solidFill>
              <a:srgbClr val="686968"/>
            </a:solidFill>
          </a:defRPr>
        </a:defPPr>
      </a:lstStyle>
    </a:txDef>
  </a:objectDefaults>
  <a:extraClrSchemeLst/>
  <a:extLst>
    <a:ext uri="{05A4C25C-085E-4340-85A3-A5531E510DB2}">
      <thm15:themeFamily xmlns:thm15="http://schemas.microsoft.com/office/thememl/2012/main" name="Presentation4" id="{776FA3CF-6F80-654A-B731-ABEB9CCBCA91}" vid="{FA1C77B8-9473-0941-BF96-7A398AFE1827}"/>
    </a:ext>
  </a:extLst>
</a:theme>
</file>

<file path=ppt/theme/theme2.xml><?xml version="1.0" encoding="utf-8"?>
<a:theme xmlns:a="http://schemas.openxmlformats.org/drawingml/2006/main" name="Divisiones">
  <a:themeElements>
    <a:clrScheme name=" ICESI FINAL">
      <a:dk1>
        <a:srgbClr val="393939"/>
      </a:dk1>
      <a:lt1>
        <a:srgbClr val="FFFFFF"/>
      </a:lt1>
      <a:dk2>
        <a:srgbClr val="5454E9"/>
      </a:dk2>
      <a:lt2>
        <a:srgbClr val="855CF0"/>
      </a:lt2>
      <a:accent1>
        <a:srgbClr val="4CB978"/>
      </a:accent1>
      <a:accent2>
        <a:srgbClr val="E2EB5F"/>
      </a:accent2>
      <a:accent3>
        <a:srgbClr val="F0681A"/>
      </a:accent3>
      <a:accent4>
        <a:srgbClr val="CECFF0"/>
      </a:accent4>
      <a:accent5>
        <a:srgbClr val="5DBD59"/>
      </a:accent5>
      <a:accent6>
        <a:srgbClr val="603800"/>
      </a:accent6>
      <a:hlink>
        <a:srgbClr val="1F1E1C"/>
      </a:hlink>
      <a:folHlink>
        <a:srgbClr val="80808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4" id="{776FA3CF-6F80-654A-B731-ABEB9CCBCA91}" vid="{FFD4C735-F419-9049-9D02-5A5008C4008B}"/>
    </a:ext>
  </a:extLst>
</a:theme>
</file>

<file path=ppt/theme/theme3.xml><?xml version="1.0" encoding="utf-8"?>
<a:theme xmlns:a="http://schemas.openxmlformats.org/drawingml/2006/main" name="Interiores">
  <a:themeElements>
    <a:clrScheme name=" ICESI FINAL">
      <a:dk1>
        <a:srgbClr val="393939"/>
      </a:dk1>
      <a:lt1>
        <a:srgbClr val="FFFFFF"/>
      </a:lt1>
      <a:dk2>
        <a:srgbClr val="5454E9"/>
      </a:dk2>
      <a:lt2>
        <a:srgbClr val="855CF0"/>
      </a:lt2>
      <a:accent1>
        <a:srgbClr val="4CB978"/>
      </a:accent1>
      <a:accent2>
        <a:srgbClr val="E2EB5F"/>
      </a:accent2>
      <a:accent3>
        <a:srgbClr val="F0681A"/>
      </a:accent3>
      <a:accent4>
        <a:srgbClr val="CECFF0"/>
      </a:accent4>
      <a:accent5>
        <a:srgbClr val="5DBD59"/>
      </a:accent5>
      <a:accent6>
        <a:srgbClr val="603800"/>
      </a:accent6>
      <a:hlink>
        <a:srgbClr val="1F1E1C"/>
      </a:hlink>
      <a:folHlink>
        <a:srgbClr val="808080"/>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esentation4" id="{776FA3CF-6F80-654A-B731-ABEB9CCBCA91}" vid="{174E906E-382C-4B47-9DC5-6371F885CCC2}"/>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activity xmlns="71136f2a-fc58-4c24-9c71-f0fd76a1295e"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o" ma:contentTypeID="0x010100DE722B5B68165D439DCDD15DD9730666" ma:contentTypeVersion="9" ma:contentTypeDescription="Crear nuevo documento." ma:contentTypeScope="" ma:versionID="d946a6df880dbb09a3952cc8f64d3b29">
  <xsd:schema xmlns:xsd="http://www.w3.org/2001/XMLSchema" xmlns:xs="http://www.w3.org/2001/XMLSchema" xmlns:p="http://schemas.microsoft.com/office/2006/metadata/properties" xmlns:ns3="71136f2a-fc58-4c24-9c71-f0fd76a1295e" targetNamespace="http://schemas.microsoft.com/office/2006/metadata/properties" ma:root="true" ma:fieldsID="258108e6172151c816269c1d60f09537" ns3:_="">
    <xsd:import namespace="71136f2a-fc58-4c24-9c71-f0fd76a1295e"/>
    <xsd:element name="properties">
      <xsd:complexType>
        <xsd:sequence>
          <xsd:element name="documentManagement">
            <xsd:complexType>
              <xsd:all>
                <xsd:element ref="ns3:MediaServiceDateTaken" minOccurs="0"/>
                <xsd:element ref="ns3:_activity" minOccurs="0"/>
                <xsd:element ref="ns3:MediaServiceMetadata" minOccurs="0"/>
                <xsd:element ref="ns3:MediaServiceFastMetadata" minOccurs="0"/>
                <xsd:element ref="ns3:MediaServiceSearchProperties" minOccurs="0"/>
                <xsd:element ref="ns3:MediaServiceSystemTags" minOccurs="0"/>
                <xsd:element ref="ns3:MediaServiceGenerationTime" minOccurs="0"/>
                <xsd:element ref="ns3:MediaServiceEventHashCode" minOccurs="0"/>
                <xsd:element ref="ns3: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136f2a-fc58-4c24-9c71-f0fd76a1295e"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_activity" ma:index="9" nillable="true" ma:displayName="_activity" ma:hidden="true" ma:internalName="_activity">
      <xsd:simpleType>
        <xsd:restriction base="dms:Note"/>
      </xsd:simpleType>
    </xsd:element>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SystemTags" ma:index="13" nillable="true" ma:displayName="MediaServiceSystemTags" ma:hidden="true" ma:internalName="MediaServiceSystemTags" ma:readOnly="true">
      <xsd:simpleType>
        <xsd:restriction base="dms:Note"/>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LengthInSeconds" ma:index="16"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87D2A1B0-FF3E-4009-940D-AED0EB70AA20}">
  <ds:schemaRefs>
    <ds:schemaRef ds:uri="http://schemas.microsoft.com/sharepoint/v3/contenttype/forms"/>
  </ds:schemaRefs>
</ds:datastoreItem>
</file>

<file path=customXml/itemProps2.xml><?xml version="1.0" encoding="utf-8"?>
<ds:datastoreItem xmlns:ds="http://schemas.openxmlformats.org/officeDocument/2006/customXml" ds:itemID="{836ADCFB-D8B6-4597-B750-4F782D11F82C}">
  <ds:schemaRefs>
    <ds:schemaRef ds:uri="71136f2a-fc58-4c24-9c71-f0fd76a1295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4CD9B0D0-BA34-4424-B8F5-D2FF2BA57553}">
  <ds:schemaRefs>
    <ds:schemaRef ds:uri="71136f2a-fc58-4c24-9c71-f0fd76a1295e"/>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Portadas</Template>
  <Application>Microsoft Office PowerPoint</Application>
  <PresentationFormat>Custom</PresentationFormat>
  <Slides>11</Slides>
  <Notes>1</Notes>
  <HiddenSlides>1</HiddenSlides>
  <ScaleCrop>false</ScaleCrop>
  <HeadingPairs>
    <vt:vector size="4" baseType="variant">
      <vt:variant>
        <vt:lpstr>Theme</vt:lpstr>
      </vt:variant>
      <vt:variant>
        <vt:i4>3</vt:i4>
      </vt:variant>
      <vt:variant>
        <vt:lpstr>Slide Titles</vt:lpstr>
      </vt:variant>
      <vt:variant>
        <vt:i4>11</vt:i4>
      </vt:variant>
    </vt:vector>
  </HeadingPairs>
  <TitlesOfParts>
    <vt:vector size="14" baseType="lpstr">
      <vt:lpstr>Portadas</vt:lpstr>
      <vt:lpstr>Divisiones</vt:lpstr>
      <vt:lpstr>Interiores</vt:lpstr>
      <vt:lpstr>Pronóstico de la Demanda para Productos de Vida Útil Corta, en la categoría de líquidos, en una Empresa B2B de Derivados Lácteos </vt:lpstr>
      <vt:lpstr>CONTEXTO</vt:lpstr>
      <vt:lpstr>ÁRBOL DEL PROBLEMA</vt:lpstr>
      <vt:lpstr>MÉTODOLOGIA</vt:lpstr>
      <vt:lpstr>MODELOS Y PROTOCOLOS USADOS</vt:lpstr>
      <vt:lpstr>MODELOS Y PROTOCOLOS USADOS</vt:lpstr>
      <vt:lpstr>RESULTADOS AGREADOS POR SEMANA SEGÚN PROTOCOLO</vt:lpstr>
      <vt:lpstr>RESULTADOS AGREGADOS POR SEMANA POR SKU</vt:lpstr>
      <vt:lpstr>RESULTADOS COMBINANDO MODELOS POR MEJOR ERROR PARA TODO EL PORTAFOLIO DE LIQUIDOS</vt:lpstr>
      <vt:lpstr>SIMULACIÓN DEL IMPACTO DEL MODELO </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Título de la presentación</dc:title>
  <dc:subject/>
  <dc:creator>Edison Leon</dc:creator>
  <cp:keywords/>
  <dc:description/>
  <cp:revision>1</cp:revision>
  <dcterms:created xsi:type="dcterms:W3CDTF">2023-08-29T02:04:03Z</dcterms:created>
  <dcterms:modified xsi:type="dcterms:W3CDTF">2025-06-26T04:19:27Z</dcterms:modified>
  <cp:category/>
  <cp:contentStatus>Draft</cp:contentStatus>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0x010100DE722B5B68165D439DCDD15DD9730666</vt:lpwstr>
  </property>
  <property fmtid="{D5CDD505-2E9C-101B-9397-08002B2CF9AE}" pid="3" name="_Version">
    <vt:lpwstr/>
  </property>
  <property fmtid="{D5CDD505-2E9C-101B-9397-08002B2CF9AE}" pid="4" name="_Status">
    <vt:lpwstr>Not Started</vt:lpwstr>
  </property>
</Properties>
</file>